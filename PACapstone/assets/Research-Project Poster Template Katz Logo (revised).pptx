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sldIdLst>
    <p:sldId id="256" r:id="rId5"/>
  </p:sldIdLst>
  <p:sldSz cx="32918400" cy="21945600"/>
  <p:notesSz cx="6858000" cy="9144000"/>
  <p:defaultTextStyle>
    <a:defPPr>
      <a:defRPr lang="en-US"/>
    </a:defPPr>
    <a:lvl1pPr marL="0" algn="l" defTabSz="3066136" rtl="0" eaLnBrk="1" latinLnBrk="0" hangingPunct="1">
      <a:defRPr sz="6064" kern="1200">
        <a:solidFill>
          <a:schemeClr val="tx1"/>
        </a:solidFill>
        <a:latin typeface="+mn-lt"/>
        <a:ea typeface="+mn-ea"/>
        <a:cs typeface="+mn-cs"/>
      </a:defRPr>
    </a:lvl1pPr>
    <a:lvl2pPr marL="1533068" algn="l" defTabSz="3066136" rtl="0" eaLnBrk="1" latinLnBrk="0" hangingPunct="1">
      <a:defRPr sz="6064" kern="1200">
        <a:solidFill>
          <a:schemeClr val="tx1"/>
        </a:solidFill>
        <a:latin typeface="+mn-lt"/>
        <a:ea typeface="+mn-ea"/>
        <a:cs typeface="+mn-cs"/>
      </a:defRPr>
    </a:lvl2pPr>
    <a:lvl3pPr marL="3066136" algn="l" defTabSz="3066136" rtl="0" eaLnBrk="1" latinLnBrk="0" hangingPunct="1">
      <a:defRPr sz="6064" kern="1200">
        <a:solidFill>
          <a:schemeClr val="tx1"/>
        </a:solidFill>
        <a:latin typeface="+mn-lt"/>
        <a:ea typeface="+mn-ea"/>
        <a:cs typeface="+mn-cs"/>
      </a:defRPr>
    </a:lvl3pPr>
    <a:lvl4pPr marL="4599204" algn="l" defTabSz="3066136" rtl="0" eaLnBrk="1" latinLnBrk="0" hangingPunct="1">
      <a:defRPr sz="6064" kern="1200">
        <a:solidFill>
          <a:schemeClr val="tx1"/>
        </a:solidFill>
        <a:latin typeface="+mn-lt"/>
        <a:ea typeface="+mn-ea"/>
        <a:cs typeface="+mn-cs"/>
      </a:defRPr>
    </a:lvl4pPr>
    <a:lvl5pPr marL="6132271" algn="l" defTabSz="3066136" rtl="0" eaLnBrk="1" latinLnBrk="0" hangingPunct="1">
      <a:defRPr sz="6064" kern="1200">
        <a:solidFill>
          <a:schemeClr val="tx1"/>
        </a:solidFill>
        <a:latin typeface="+mn-lt"/>
        <a:ea typeface="+mn-ea"/>
        <a:cs typeface="+mn-cs"/>
      </a:defRPr>
    </a:lvl5pPr>
    <a:lvl6pPr marL="7665340" algn="l" defTabSz="3066136" rtl="0" eaLnBrk="1" latinLnBrk="0" hangingPunct="1">
      <a:defRPr sz="6064" kern="1200">
        <a:solidFill>
          <a:schemeClr val="tx1"/>
        </a:solidFill>
        <a:latin typeface="+mn-lt"/>
        <a:ea typeface="+mn-ea"/>
        <a:cs typeface="+mn-cs"/>
      </a:defRPr>
    </a:lvl6pPr>
    <a:lvl7pPr marL="9198407" algn="l" defTabSz="3066136" rtl="0" eaLnBrk="1" latinLnBrk="0" hangingPunct="1">
      <a:defRPr sz="6064" kern="1200">
        <a:solidFill>
          <a:schemeClr val="tx1"/>
        </a:solidFill>
        <a:latin typeface="+mn-lt"/>
        <a:ea typeface="+mn-ea"/>
        <a:cs typeface="+mn-cs"/>
      </a:defRPr>
    </a:lvl7pPr>
    <a:lvl8pPr marL="10731475" algn="l" defTabSz="3066136" rtl="0" eaLnBrk="1" latinLnBrk="0" hangingPunct="1">
      <a:defRPr sz="6064" kern="1200">
        <a:solidFill>
          <a:schemeClr val="tx1"/>
        </a:solidFill>
        <a:latin typeface="+mn-lt"/>
        <a:ea typeface="+mn-ea"/>
        <a:cs typeface="+mn-cs"/>
      </a:defRPr>
    </a:lvl8pPr>
    <a:lvl9pPr marL="12264543" algn="l" defTabSz="3066136" rtl="0" eaLnBrk="1" latinLnBrk="0" hangingPunct="1">
      <a:defRPr sz="606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userDrawn="1">
          <p15:clr>
            <a:srgbClr val="A4A3A4"/>
          </p15:clr>
        </p15:guide>
        <p15:guide id="2" orient="horz" pos="13423" userDrawn="1">
          <p15:clr>
            <a:srgbClr val="A4A3A4"/>
          </p15:clr>
        </p15:guide>
        <p15:guide id="3" orient="horz" pos="1176" userDrawn="1">
          <p15:clr>
            <a:srgbClr val="A4A3A4"/>
          </p15:clr>
        </p15:guide>
        <p15:guide id="4" orient="horz" pos="2664" userDrawn="1">
          <p15:clr>
            <a:srgbClr val="A4A3A4"/>
          </p15:clr>
        </p15:guide>
        <p15:guide id="5" orient="horz" pos="369" userDrawn="1">
          <p15:clr>
            <a:srgbClr val="A4A3A4"/>
          </p15:clr>
        </p15:guide>
        <p15:guide id="6" orient="horz" pos="3264" userDrawn="1">
          <p15:clr>
            <a:srgbClr val="A4A3A4"/>
          </p15:clr>
        </p15:guide>
        <p15:guide id="7" pos="14112" userDrawn="1">
          <p15:clr>
            <a:srgbClr val="A4A3A4"/>
          </p15:clr>
        </p15:guide>
        <p15:guide id="8" pos="17184" userDrawn="1">
          <p15:clr>
            <a:srgbClr val="A4A3A4"/>
          </p15:clr>
        </p15:guide>
        <p15:guide id="9" pos="20283" userDrawn="1">
          <p15:clr>
            <a:srgbClr val="A4A3A4"/>
          </p15:clr>
        </p15:guide>
        <p15:guide id="10" pos="7600" userDrawn="1">
          <p15:clr>
            <a:srgbClr val="A4A3A4"/>
          </p15:clr>
        </p15:guide>
        <p15:guide id="11" pos="36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41E35"/>
    <a:srgbClr val="9900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0716A1-8A5C-4524-A380-BB72637E97A2}" v="21" dt="2024-05-17T18:55:08.33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6531" autoAdjust="0"/>
    <p:restoredTop sz="86410"/>
  </p:normalViewPr>
  <p:slideViewPr>
    <p:cSldViewPr snapToGrid="0">
      <p:cViewPr varScale="1">
        <p:scale>
          <a:sx n="30" d="100"/>
          <a:sy n="30" d="100"/>
        </p:scale>
        <p:origin x="2370" y="126"/>
      </p:cViewPr>
      <p:guideLst>
        <p:guide orient="horz"/>
        <p:guide orient="horz" pos="13423"/>
        <p:guide orient="horz" pos="1176"/>
        <p:guide orient="horz" pos="2664"/>
        <p:guide orient="horz" pos="369"/>
        <p:guide orient="horz" pos="3264"/>
        <p:guide pos="14112"/>
        <p:guide pos="17184"/>
        <p:guide pos="20283"/>
        <p:guide pos="7600"/>
        <p:guide pos="365"/>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84" d="100"/>
          <a:sy n="84" d="100"/>
        </p:scale>
        <p:origin x="3912" y="96"/>
      </p:cViewPr>
      <p:guideLst/>
    </p:cSldViewPr>
  </p:notesViewPr>
  <p:gridSpacing cx="914400" cy="9144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13D273-7834-4EC1-8020-9D86BD3B3A82}" type="datetimeFigureOut">
              <a:rPr lang="en-US" smtClean="0"/>
              <a:t>12/4/2024</a:t>
            </a:fld>
            <a:endParaRPr lang="en-US"/>
          </a:p>
        </p:txBody>
      </p:sp>
      <p:sp>
        <p:nvSpPr>
          <p:cNvPr id="4" name="Slide Image Placeholder 3"/>
          <p:cNvSpPr>
            <a:spLocks noGrp="1" noRot="1" noChangeAspect="1"/>
          </p:cNvSpPr>
          <p:nvPr>
            <p:ph type="sldImg" idx="2"/>
          </p:nvPr>
        </p:nvSpPr>
        <p:spPr>
          <a:xfrm>
            <a:off x="1114425" y="1143000"/>
            <a:ext cx="4629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625AFB-7CF2-4F6C-8498-C4CB2424F611}" type="slidenum">
              <a:rPr lang="en-US" smtClean="0"/>
              <a:t>‹#›</a:t>
            </a:fld>
            <a:endParaRPr lang="en-US"/>
          </a:p>
        </p:txBody>
      </p:sp>
    </p:spTree>
    <p:extLst>
      <p:ext uri="{BB962C8B-B14F-4D97-AF65-F5344CB8AC3E}">
        <p14:creationId xmlns:p14="http://schemas.microsoft.com/office/powerpoint/2010/main" val="402144776"/>
      </p:ext>
    </p:extLst>
  </p:cSld>
  <p:clrMap bg1="lt1" tx1="dk1" bg2="lt2" tx2="dk2" accent1="accent1" accent2="accent2" accent3="accent3" accent4="accent4" accent5="accent5" accent6="accent6" hlink="hlink" folHlink="folHlink"/>
  <p:notesStyle>
    <a:lvl1pPr marL="0" algn="l" defTabSz="596199" rtl="0" eaLnBrk="1" latinLnBrk="0" hangingPunct="1">
      <a:defRPr sz="783" kern="1200">
        <a:solidFill>
          <a:schemeClr val="tx1"/>
        </a:solidFill>
        <a:latin typeface="+mn-lt"/>
        <a:ea typeface="+mn-ea"/>
        <a:cs typeface="+mn-cs"/>
      </a:defRPr>
    </a:lvl1pPr>
    <a:lvl2pPr marL="298100" algn="l" defTabSz="596199" rtl="0" eaLnBrk="1" latinLnBrk="0" hangingPunct="1">
      <a:defRPr sz="783" kern="1200">
        <a:solidFill>
          <a:schemeClr val="tx1"/>
        </a:solidFill>
        <a:latin typeface="+mn-lt"/>
        <a:ea typeface="+mn-ea"/>
        <a:cs typeface="+mn-cs"/>
      </a:defRPr>
    </a:lvl2pPr>
    <a:lvl3pPr marL="596199" algn="l" defTabSz="596199" rtl="0" eaLnBrk="1" latinLnBrk="0" hangingPunct="1">
      <a:defRPr sz="783" kern="1200">
        <a:solidFill>
          <a:schemeClr val="tx1"/>
        </a:solidFill>
        <a:latin typeface="+mn-lt"/>
        <a:ea typeface="+mn-ea"/>
        <a:cs typeface="+mn-cs"/>
      </a:defRPr>
    </a:lvl3pPr>
    <a:lvl4pPr marL="894299" algn="l" defTabSz="596199" rtl="0" eaLnBrk="1" latinLnBrk="0" hangingPunct="1">
      <a:defRPr sz="783" kern="1200">
        <a:solidFill>
          <a:schemeClr val="tx1"/>
        </a:solidFill>
        <a:latin typeface="+mn-lt"/>
        <a:ea typeface="+mn-ea"/>
        <a:cs typeface="+mn-cs"/>
      </a:defRPr>
    </a:lvl4pPr>
    <a:lvl5pPr marL="1192399" algn="l" defTabSz="596199" rtl="0" eaLnBrk="1" latinLnBrk="0" hangingPunct="1">
      <a:defRPr sz="783" kern="1200">
        <a:solidFill>
          <a:schemeClr val="tx1"/>
        </a:solidFill>
        <a:latin typeface="+mn-lt"/>
        <a:ea typeface="+mn-ea"/>
        <a:cs typeface="+mn-cs"/>
      </a:defRPr>
    </a:lvl5pPr>
    <a:lvl6pPr marL="1490500" algn="l" defTabSz="596199" rtl="0" eaLnBrk="1" latinLnBrk="0" hangingPunct="1">
      <a:defRPr sz="783" kern="1200">
        <a:solidFill>
          <a:schemeClr val="tx1"/>
        </a:solidFill>
        <a:latin typeface="+mn-lt"/>
        <a:ea typeface="+mn-ea"/>
        <a:cs typeface="+mn-cs"/>
      </a:defRPr>
    </a:lvl6pPr>
    <a:lvl7pPr marL="1788599" algn="l" defTabSz="596199" rtl="0" eaLnBrk="1" latinLnBrk="0" hangingPunct="1">
      <a:defRPr sz="783" kern="1200">
        <a:solidFill>
          <a:schemeClr val="tx1"/>
        </a:solidFill>
        <a:latin typeface="+mn-lt"/>
        <a:ea typeface="+mn-ea"/>
        <a:cs typeface="+mn-cs"/>
      </a:defRPr>
    </a:lvl7pPr>
    <a:lvl8pPr marL="2086699" algn="l" defTabSz="596199" rtl="0" eaLnBrk="1" latinLnBrk="0" hangingPunct="1">
      <a:defRPr sz="783" kern="1200">
        <a:solidFill>
          <a:schemeClr val="tx1"/>
        </a:solidFill>
        <a:latin typeface="+mn-lt"/>
        <a:ea typeface="+mn-ea"/>
        <a:cs typeface="+mn-cs"/>
      </a:defRPr>
    </a:lvl8pPr>
    <a:lvl9pPr marL="2384799" algn="l" defTabSz="596199" rtl="0" eaLnBrk="1" latinLnBrk="0" hangingPunct="1">
      <a:defRPr sz="78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14425" y="1143000"/>
            <a:ext cx="462915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Utilize only one of the titles in the red boxes of the poster body that have more than one title noted. E.g. State “INTRODUCTION” and remove “or BACKGROUND” or state “GOALS” and remove “or OBJECTIVES or HYPOTHESIS”</a:t>
            </a:r>
          </a:p>
          <a:p>
            <a:endParaRPr lang="en-US" dirty="0"/>
          </a:p>
        </p:txBody>
      </p:sp>
      <p:sp>
        <p:nvSpPr>
          <p:cNvPr id="4" name="Slide Number Placeholder 3"/>
          <p:cNvSpPr>
            <a:spLocks noGrp="1"/>
          </p:cNvSpPr>
          <p:nvPr>
            <p:ph type="sldNum" sz="quarter" idx="5"/>
          </p:nvPr>
        </p:nvSpPr>
        <p:spPr/>
        <p:txBody>
          <a:bodyPr/>
          <a:lstStyle/>
          <a:p>
            <a:fld id="{BB625AFB-7CF2-4F6C-8498-C4CB2424F611}" type="slidenum">
              <a:rPr lang="en-US" smtClean="0"/>
              <a:t>1</a:t>
            </a:fld>
            <a:endParaRPr lang="en-US"/>
          </a:p>
        </p:txBody>
      </p:sp>
    </p:spTree>
    <p:extLst>
      <p:ext uri="{BB962C8B-B14F-4D97-AF65-F5344CB8AC3E}">
        <p14:creationId xmlns:p14="http://schemas.microsoft.com/office/powerpoint/2010/main" val="3853667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6817361"/>
            <a:ext cx="27980640" cy="4704080"/>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4937760" y="12435840"/>
            <a:ext cx="23042880" cy="5608320"/>
          </a:xfrm>
          <a:prstGeom prst="rect">
            <a:avLst/>
          </a:prstGeom>
        </p:spPr>
        <p:txBody>
          <a:bodyPr/>
          <a:lstStyle>
            <a:lvl1pPr marL="0" indent="0" algn="ctr">
              <a:buNone/>
              <a:defRPr>
                <a:solidFill>
                  <a:schemeClr val="tx1">
                    <a:tint val="75000"/>
                  </a:schemeClr>
                </a:solidFill>
              </a:defRPr>
            </a:lvl1pPr>
            <a:lvl2pPr marL="1511643" indent="0" algn="ctr">
              <a:buNone/>
              <a:defRPr>
                <a:solidFill>
                  <a:schemeClr val="tx1">
                    <a:tint val="75000"/>
                  </a:schemeClr>
                </a:solidFill>
              </a:defRPr>
            </a:lvl2pPr>
            <a:lvl3pPr marL="3023286" indent="0" algn="ctr">
              <a:buNone/>
              <a:defRPr>
                <a:solidFill>
                  <a:schemeClr val="tx1">
                    <a:tint val="75000"/>
                  </a:schemeClr>
                </a:solidFill>
              </a:defRPr>
            </a:lvl3pPr>
            <a:lvl4pPr marL="4534929" indent="0" algn="ctr">
              <a:buNone/>
              <a:defRPr>
                <a:solidFill>
                  <a:schemeClr val="tx1">
                    <a:tint val="75000"/>
                  </a:schemeClr>
                </a:solidFill>
              </a:defRPr>
            </a:lvl4pPr>
            <a:lvl5pPr marL="6046573" indent="0" algn="ctr">
              <a:buNone/>
              <a:defRPr>
                <a:solidFill>
                  <a:schemeClr val="tx1">
                    <a:tint val="75000"/>
                  </a:schemeClr>
                </a:solidFill>
              </a:defRPr>
            </a:lvl5pPr>
            <a:lvl6pPr marL="7558216" indent="0" algn="ctr">
              <a:buNone/>
              <a:defRPr>
                <a:solidFill>
                  <a:schemeClr val="tx1">
                    <a:tint val="75000"/>
                  </a:schemeClr>
                </a:solidFill>
              </a:defRPr>
            </a:lvl6pPr>
            <a:lvl7pPr marL="9069859" indent="0" algn="ctr">
              <a:buNone/>
              <a:defRPr>
                <a:solidFill>
                  <a:schemeClr val="tx1">
                    <a:tint val="75000"/>
                  </a:schemeClr>
                </a:solidFill>
              </a:defRPr>
            </a:lvl7pPr>
            <a:lvl8pPr marL="10581502" indent="0" algn="ctr">
              <a:buNone/>
              <a:defRPr>
                <a:solidFill>
                  <a:schemeClr val="tx1">
                    <a:tint val="75000"/>
                  </a:schemeClr>
                </a:solidFill>
              </a:defRPr>
            </a:lvl8pPr>
            <a:lvl9pPr marL="12093145"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2606040" y="20340321"/>
            <a:ext cx="7680960" cy="1168400"/>
          </a:xfrm>
          <a:prstGeom prst="rect">
            <a:avLst/>
          </a:prstGeom>
        </p:spPr>
        <p:txBody>
          <a:bodyPr/>
          <a:lstStyle/>
          <a:p>
            <a:fld id="{2F27E2A1-5669-448D-A460-DAD0C306B59B}" type="datetimeFigureOut">
              <a:rPr lang="en-US" smtClean="0"/>
              <a:pPr/>
              <a:t>12/4/2024</a:t>
            </a:fld>
            <a:endParaRPr lang="en-US"/>
          </a:p>
        </p:txBody>
      </p:sp>
      <p:sp>
        <p:nvSpPr>
          <p:cNvPr id="5" name="Footer Placeholder 4"/>
          <p:cNvSpPr>
            <a:spLocks noGrp="1"/>
          </p:cNvSpPr>
          <p:nvPr>
            <p:ph type="ftr" sz="quarter" idx="11"/>
          </p:nvPr>
        </p:nvSpPr>
        <p:spPr>
          <a:xfrm>
            <a:off x="11247120" y="20340321"/>
            <a:ext cx="10424160" cy="1168400"/>
          </a:xfrm>
          <a:prstGeom prst="rect">
            <a:avLst/>
          </a:prstGeom>
        </p:spPr>
        <p:txBody>
          <a:bodyPr/>
          <a:lstStyle/>
          <a:p>
            <a:endParaRPr lang="en-US"/>
          </a:p>
        </p:txBody>
      </p:sp>
      <p:sp>
        <p:nvSpPr>
          <p:cNvPr id="6" name="Slide Number Placeholder 5"/>
          <p:cNvSpPr>
            <a:spLocks noGrp="1"/>
          </p:cNvSpPr>
          <p:nvPr>
            <p:ph type="sldNum" sz="quarter" idx="12"/>
          </p:nvPr>
        </p:nvSpPr>
        <p:spPr>
          <a:xfrm>
            <a:off x="30813414" y="19556550"/>
            <a:ext cx="7680960" cy="1168400"/>
          </a:xfrm>
          <a:prstGeom prst="rect">
            <a:avLst/>
          </a:prstGeom>
        </p:spPr>
        <p:txBody>
          <a:bodyPr/>
          <a:lstStyle/>
          <a:p>
            <a:fld id="{3DF0F19C-5E96-49A7-B46E-EFD10AAF07F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45920" y="878841"/>
            <a:ext cx="29626560" cy="3657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1645920" y="5120643"/>
            <a:ext cx="29626560" cy="1448308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2606040" y="20340321"/>
            <a:ext cx="7680960" cy="1168400"/>
          </a:xfrm>
          <a:prstGeom prst="rect">
            <a:avLst/>
          </a:prstGeom>
        </p:spPr>
        <p:txBody>
          <a:bodyPr/>
          <a:lstStyle/>
          <a:p>
            <a:fld id="{2F27E2A1-5669-448D-A460-DAD0C306B59B}" type="datetimeFigureOut">
              <a:rPr lang="en-US" smtClean="0"/>
              <a:pPr/>
              <a:t>12/4/2024</a:t>
            </a:fld>
            <a:endParaRPr lang="en-US"/>
          </a:p>
        </p:txBody>
      </p:sp>
      <p:sp>
        <p:nvSpPr>
          <p:cNvPr id="5" name="Footer Placeholder 4"/>
          <p:cNvSpPr>
            <a:spLocks noGrp="1"/>
          </p:cNvSpPr>
          <p:nvPr>
            <p:ph type="ftr" sz="quarter" idx="11"/>
          </p:nvPr>
        </p:nvSpPr>
        <p:spPr>
          <a:xfrm>
            <a:off x="11247120" y="20340321"/>
            <a:ext cx="10424160" cy="1168400"/>
          </a:xfrm>
          <a:prstGeom prst="rect">
            <a:avLst/>
          </a:prstGeom>
        </p:spPr>
        <p:txBody>
          <a:bodyPr/>
          <a:lstStyle/>
          <a:p>
            <a:endParaRPr lang="en-US"/>
          </a:p>
        </p:txBody>
      </p:sp>
      <p:sp>
        <p:nvSpPr>
          <p:cNvPr id="6" name="Slide Number Placeholder 5"/>
          <p:cNvSpPr>
            <a:spLocks noGrp="1"/>
          </p:cNvSpPr>
          <p:nvPr>
            <p:ph type="sldNum" sz="quarter" idx="12"/>
          </p:nvPr>
        </p:nvSpPr>
        <p:spPr>
          <a:xfrm>
            <a:off x="30813414" y="19556550"/>
            <a:ext cx="7680960" cy="1168400"/>
          </a:xfrm>
          <a:prstGeom prst="rect">
            <a:avLst/>
          </a:prstGeom>
        </p:spPr>
        <p:txBody>
          <a:bodyPr/>
          <a:lstStyle/>
          <a:p>
            <a:fld id="{3DF0F19C-5E96-49A7-B46E-EFD10AAF07F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7" y="14102081"/>
            <a:ext cx="27980640" cy="4358640"/>
          </a:xfrm>
          <a:prstGeom prst="rect">
            <a:avLst/>
          </a:prstGeom>
        </p:spPr>
        <p:txBody>
          <a:bodyPr anchor="t"/>
          <a:lstStyle>
            <a:lvl1pPr algn="l">
              <a:defRPr sz="13244" b="1" cap="all"/>
            </a:lvl1pPr>
          </a:lstStyle>
          <a:p>
            <a:r>
              <a:rPr lang="en-US"/>
              <a:t>Click to edit Master title style</a:t>
            </a:r>
          </a:p>
        </p:txBody>
      </p:sp>
      <p:sp>
        <p:nvSpPr>
          <p:cNvPr id="3" name="Text Placeholder 2"/>
          <p:cNvSpPr>
            <a:spLocks noGrp="1"/>
          </p:cNvSpPr>
          <p:nvPr>
            <p:ph type="body" idx="1"/>
          </p:nvPr>
        </p:nvSpPr>
        <p:spPr>
          <a:xfrm>
            <a:off x="2600327" y="9301485"/>
            <a:ext cx="27980640" cy="4800599"/>
          </a:xfrm>
          <a:prstGeom prst="rect">
            <a:avLst/>
          </a:prstGeom>
        </p:spPr>
        <p:txBody>
          <a:bodyPr anchor="b"/>
          <a:lstStyle>
            <a:lvl1pPr marL="0" indent="0">
              <a:buNone/>
              <a:defRPr sz="6622">
                <a:solidFill>
                  <a:schemeClr val="tx1">
                    <a:tint val="75000"/>
                  </a:schemeClr>
                </a:solidFill>
              </a:defRPr>
            </a:lvl1pPr>
            <a:lvl2pPr marL="1511643" indent="0">
              <a:buNone/>
              <a:defRPr sz="5979">
                <a:solidFill>
                  <a:schemeClr val="tx1">
                    <a:tint val="75000"/>
                  </a:schemeClr>
                </a:solidFill>
              </a:defRPr>
            </a:lvl2pPr>
            <a:lvl3pPr marL="3023286" indent="0">
              <a:buNone/>
              <a:defRPr sz="5272">
                <a:solidFill>
                  <a:schemeClr val="tx1">
                    <a:tint val="75000"/>
                  </a:schemeClr>
                </a:solidFill>
              </a:defRPr>
            </a:lvl3pPr>
            <a:lvl4pPr marL="4534929" indent="0">
              <a:buNone/>
              <a:defRPr sz="4629">
                <a:solidFill>
                  <a:schemeClr val="tx1">
                    <a:tint val="75000"/>
                  </a:schemeClr>
                </a:solidFill>
              </a:defRPr>
            </a:lvl4pPr>
            <a:lvl5pPr marL="6046573" indent="0">
              <a:buNone/>
              <a:defRPr sz="4629">
                <a:solidFill>
                  <a:schemeClr val="tx1">
                    <a:tint val="75000"/>
                  </a:schemeClr>
                </a:solidFill>
              </a:defRPr>
            </a:lvl5pPr>
            <a:lvl6pPr marL="7558216" indent="0">
              <a:buNone/>
              <a:defRPr sz="4629">
                <a:solidFill>
                  <a:schemeClr val="tx1">
                    <a:tint val="75000"/>
                  </a:schemeClr>
                </a:solidFill>
              </a:defRPr>
            </a:lvl6pPr>
            <a:lvl7pPr marL="9069859" indent="0">
              <a:buNone/>
              <a:defRPr sz="4629">
                <a:solidFill>
                  <a:schemeClr val="tx1">
                    <a:tint val="75000"/>
                  </a:schemeClr>
                </a:solidFill>
              </a:defRPr>
            </a:lvl7pPr>
            <a:lvl8pPr marL="10581502" indent="0">
              <a:buNone/>
              <a:defRPr sz="4629">
                <a:solidFill>
                  <a:schemeClr val="tx1">
                    <a:tint val="75000"/>
                  </a:schemeClr>
                </a:solidFill>
              </a:defRPr>
            </a:lvl8pPr>
            <a:lvl9pPr marL="12093145" indent="0">
              <a:buNone/>
              <a:defRPr sz="462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2606040" y="20340321"/>
            <a:ext cx="7680960" cy="1168400"/>
          </a:xfrm>
          <a:prstGeom prst="rect">
            <a:avLst/>
          </a:prstGeom>
        </p:spPr>
        <p:txBody>
          <a:bodyPr/>
          <a:lstStyle/>
          <a:p>
            <a:fld id="{2F27E2A1-5669-448D-A460-DAD0C306B59B}" type="datetimeFigureOut">
              <a:rPr lang="en-US" smtClean="0"/>
              <a:pPr/>
              <a:t>12/4/2024</a:t>
            </a:fld>
            <a:endParaRPr lang="en-US"/>
          </a:p>
        </p:txBody>
      </p:sp>
      <p:sp>
        <p:nvSpPr>
          <p:cNvPr id="5" name="Footer Placeholder 4"/>
          <p:cNvSpPr>
            <a:spLocks noGrp="1"/>
          </p:cNvSpPr>
          <p:nvPr>
            <p:ph type="ftr" sz="quarter" idx="11"/>
          </p:nvPr>
        </p:nvSpPr>
        <p:spPr>
          <a:xfrm>
            <a:off x="11247120" y="20340321"/>
            <a:ext cx="10424160" cy="1168400"/>
          </a:xfrm>
          <a:prstGeom prst="rect">
            <a:avLst/>
          </a:prstGeom>
        </p:spPr>
        <p:txBody>
          <a:bodyPr/>
          <a:lstStyle/>
          <a:p>
            <a:endParaRPr lang="en-US"/>
          </a:p>
        </p:txBody>
      </p:sp>
      <p:sp>
        <p:nvSpPr>
          <p:cNvPr id="6" name="Slide Number Placeholder 5"/>
          <p:cNvSpPr>
            <a:spLocks noGrp="1"/>
          </p:cNvSpPr>
          <p:nvPr>
            <p:ph type="sldNum" sz="quarter" idx="12"/>
          </p:nvPr>
        </p:nvSpPr>
        <p:spPr>
          <a:xfrm>
            <a:off x="30813414" y="19556550"/>
            <a:ext cx="7680960" cy="1168400"/>
          </a:xfrm>
          <a:prstGeom prst="rect">
            <a:avLst/>
          </a:prstGeom>
        </p:spPr>
        <p:txBody>
          <a:bodyPr/>
          <a:lstStyle/>
          <a:p>
            <a:fld id="{3DF0F19C-5E96-49A7-B46E-EFD10AAF07F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45920" y="878841"/>
            <a:ext cx="29626560" cy="36576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915152" y="32771083"/>
            <a:ext cx="61939170" cy="92694759"/>
          </a:xfrm>
          <a:prstGeom prst="rect">
            <a:avLst/>
          </a:prstGeom>
        </p:spPr>
        <p:txBody>
          <a:bodyPr/>
          <a:lstStyle>
            <a:lvl1pPr>
              <a:defRPr sz="9258"/>
            </a:lvl1pPr>
            <a:lvl2pPr>
              <a:defRPr sz="7908"/>
            </a:lvl2pPr>
            <a:lvl3pPr>
              <a:defRPr sz="6622"/>
            </a:lvl3pPr>
            <a:lvl4pPr>
              <a:defRPr sz="5979"/>
            </a:lvl4pPr>
            <a:lvl5pPr>
              <a:defRPr sz="5979"/>
            </a:lvl5pPr>
            <a:lvl6pPr>
              <a:defRPr sz="5979"/>
            </a:lvl6pPr>
            <a:lvl7pPr>
              <a:defRPr sz="5979"/>
            </a:lvl7pPr>
            <a:lvl8pPr>
              <a:defRPr sz="5979"/>
            </a:lvl8pPr>
            <a:lvl9pPr>
              <a:defRPr sz="597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9402962" y="32771083"/>
            <a:ext cx="61939170" cy="92694759"/>
          </a:xfrm>
          <a:prstGeom prst="rect">
            <a:avLst/>
          </a:prstGeom>
        </p:spPr>
        <p:txBody>
          <a:bodyPr/>
          <a:lstStyle>
            <a:lvl1pPr>
              <a:defRPr sz="9258"/>
            </a:lvl1pPr>
            <a:lvl2pPr>
              <a:defRPr sz="7908"/>
            </a:lvl2pPr>
            <a:lvl3pPr>
              <a:defRPr sz="6622"/>
            </a:lvl3pPr>
            <a:lvl4pPr>
              <a:defRPr sz="5979"/>
            </a:lvl4pPr>
            <a:lvl5pPr>
              <a:defRPr sz="5979"/>
            </a:lvl5pPr>
            <a:lvl6pPr>
              <a:defRPr sz="5979"/>
            </a:lvl6pPr>
            <a:lvl7pPr>
              <a:defRPr sz="5979"/>
            </a:lvl7pPr>
            <a:lvl8pPr>
              <a:defRPr sz="5979"/>
            </a:lvl8pPr>
            <a:lvl9pPr>
              <a:defRPr sz="597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2606040" y="20340321"/>
            <a:ext cx="7680960" cy="1168400"/>
          </a:xfrm>
          <a:prstGeom prst="rect">
            <a:avLst/>
          </a:prstGeom>
        </p:spPr>
        <p:txBody>
          <a:bodyPr/>
          <a:lstStyle/>
          <a:p>
            <a:fld id="{2F27E2A1-5669-448D-A460-DAD0C306B59B}" type="datetimeFigureOut">
              <a:rPr lang="en-US" smtClean="0"/>
              <a:pPr/>
              <a:t>12/4/2024</a:t>
            </a:fld>
            <a:endParaRPr lang="en-US"/>
          </a:p>
        </p:txBody>
      </p:sp>
      <p:sp>
        <p:nvSpPr>
          <p:cNvPr id="6" name="Footer Placeholder 5"/>
          <p:cNvSpPr>
            <a:spLocks noGrp="1"/>
          </p:cNvSpPr>
          <p:nvPr>
            <p:ph type="ftr" sz="quarter" idx="11"/>
          </p:nvPr>
        </p:nvSpPr>
        <p:spPr>
          <a:xfrm>
            <a:off x="11247120" y="20340321"/>
            <a:ext cx="10424160" cy="1168400"/>
          </a:xfrm>
          <a:prstGeom prst="rect">
            <a:avLst/>
          </a:prstGeom>
        </p:spPr>
        <p:txBody>
          <a:bodyPr/>
          <a:lstStyle/>
          <a:p>
            <a:endParaRPr lang="en-US"/>
          </a:p>
        </p:txBody>
      </p:sp>
      <p:sp>
        <p:nvSpPr>
          <p:cNvPr id="7" name="Slide Number Placeholder 6"/>
          <p:cNvSpPr>
            <a:spLocks noGrp="1"/>
          </p:cNvSpPr>
          <p:nvPr>
            <p:ph type="sldNum" sz="quarter" idx="12"/>
          </p:nvPr>
        </p:nvSpPr>
        <p:spPr>
          <a:xfrm>
            <a:off x="30813414" y="19556550"/>
            <a:ext cx="7680960" cy="1168400"/>
          </a:xfrm>
          <a:prstGeom prst="rect">
            <a:avLst/>
          </a:prstGeom>
        </p:spPr>
        <p:txBody>
          <a:bodyPr/>
          <a:lstStyle/>
          <a:p>
            <a:fld id="{3DF0F19C-5E96-49A7-B46E-EFD10AAF07F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45920" y="878841"/>
            <a:ext cx="29626560" cy="36576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645922" y="4912363"/>
            <a:ext cx="14544677" cy="2047239"/>
          </a:xfrm>
          <a:prstGeom prst="rect">
            <a:avLst/>
          </a:prstGeom>
        </p:spPr>
        <p:txBody>
          <a:bodyPr anchor="b"/>
          <a:lstStyle>
            <a:lvl1pPr marL="0" indent="0">
              <a:buNone/>
              <a:defRPr sz="7908" b="1"/>
            </a:lvl1pPr>
            <a:lvl2pPr marL="1511643" indent="0">
              <a:buNone/>
              <a:defRPr sz="6622" b="1"/>
            </a:lvl2pPr>
            <a:lvl3pPr marL="3023286" indent="0">
              <a:buNone/>
              <a:defRPr sz="5979" b="1"/>
            </a:lvl3pPr>
            <a:lvl4pPr marL="4534929" indent="0">
              <a:buNone/>
              <a:defRPr sz="5272" b="1"/>
            </a:lvl4pPr>
            <a:lvl5pPr marL="6046573" indent="0">
              <a:buNone/>
              <a:defRPr sz="5272" b="1"/>
            </a:lvl5pPr>
            <a:lvl6pPr marL="7558216" indent="0">
              <a:buNone/>
              <a:defRPr sz="5272" b="1"/>
            </a:lvl6pPr>
            <a:lvl7pPr marL="9069859" indent="0">
              <a:buNone/>
              <a:defRPr sz="5272" b="1"/>
            </a:lvl7pPr>
            <a:lvl8pPr marL="10581502" indent="0">
              <a:buNone/>
              <a:defRPr sz="5272" b="1"/>
            </a:lvl8pPr>
            <a:lvl9pPr marL="12093145" indent="0">
              <a:buNone/>
              <a:defRPr sz="5272" b="1"/>
            </a:lvl9pPr>
          </a:lstStyle>
          <a:p>
            <a:pPr lvl="0"/>
            <a:r>
              <a:rPr lang="en-US"/>
              <a:t>Click to edit Master text styles</a:t>
            </a:r>
          </a:p>
        </p:txBody>
      </p:sp>
      <p:sp>
        <p:nvSpPr>
          <p:cNvPr id="4" name="Content Placeholder 3"/>
          <p:cNvSpPr>
            <a:spLocks noGrp="1"/>
          </p:cNvSpPr>
          <p:nvPr>
            <p:ph sz="half" idx="2"/>
          </p:nvPr>
        </p:nvSpPr>
        <p:spPr>
          <a:xfrm>
            <a:off x="1645922" y="6959602"/>
            <a:ext cx="14544677" cy="12644121"/>
          </a:xfrm>
          <a:prstGeom prst="rect">
            <a:avLst/>
          </a:prstGeom>
        </p:spPr>
        <p:txBody>
          <a:bodyPr/>
          <a:lstStyle>
            <a:lvl1pPr>
              <a:defRPr sz="7908"/>
            </a:lvl1pPr>
            <a:lvl2pPr>
              <a:defRPr sz="6622"/>
            </a:lvl2pPr>
            <a:lvl3pPr>
              <a:defRPr sz="5979"/>
            </a:lvl3pPr>
            <a:lvl4pPr>
              <a:defRPr sz="5272"/>
            </a:lvl4pPr>
            <a:lvl5pPr>
              <a:defRPr sz="5272"/>
            </a:lvl5pPr>
            <a:lvl6pPr>
              <a:defRPr sz="5272"/>
            </a:lvl6pPr>
            <a:lvl7pPr>
              <a:defRPr sz="5272"/>
            </a:lvl7pPr>
            <a:lvl8pPr>
              <a:defRPr sz="5272"/>
            </a:lvl8pPr>
            <a:lvl9pPr>
              <a:defRPr sz="527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722092" y="4912363"/>
            <a:ext cx="14550390" cy="2047239"/>
          </a:xfrm>
          <a:prstGeom prst="rect">
            <a:avLst/>
          </a:prstGeom>
        </p:spPr>
        <p:txBody>
          <a:bodyPr anchor="b"/>
          <a:lstStyle>
            <a:lvl1pPr marL="0" indent="0">
              <a:buNone/>
              <a:defRPr sz="7908" b="1"/>
            </a:lvl1pPr>
            <a:lvl2pPr marL="1511643" indent="0">
              <a:buNone/>
              <a:defRPr sz="6622" b="1"/>
            </a:lvl2pPr>
            <a:lvl3pPr marL="3023286" indent="0">
              <a:buNone/>
              <a:defRPr sz="5979" b="1"/>
            </a:lvl3pPr>
            <a:lvl4pPr marL="4534929" indent="0">
              <a:buNone/>
              <a:defRPr sz="5272" b="1"/>
            </a:lvl4pPr>
            <a:lvl5pPr marL="6046573" indent="0">
              <a:buNone/>
              <a:defRPr sz="5272" b="1"/>
            </a:lvl5pPr>
            <a:lvl6pPr marL="7558216" indent="0">
              <a:buNone/>
              <a:defRPr sz="5272" b="1"/>
            </a:lvl6pPr>
            <a:lvl7pPr marL="9069859" indent="0">
              <a:buNone/>
              <a:defRPr sz="5272" b="1"/>
            </a:lvl7pPr>
            <a:lvl8pPr marL="10581502" indent="0">
              <a:buNone/>
              <a:defRPr sz="5272" b="1"/>
            </a:lvl8pPr>
            <a:lvl9pPr marL="12093145" indent="0">
              <a:buNone/>
              <a:defRPr sz="5272" b="1"/>
            </a:lvl9pPr>
          </a:lstStyle>
          <a:p>
            <a:pPr lvl="0"/>
            <a:r>
              <a:rPr lang="en-US"/>
              <a:t>Click to edit Master text styles</a:t>
            </a:r>
          </a:p>
        </p:txBody>
      </p:sp>
      <p:sp>
        <p:nvSpPr>
          <p:cNvPr id="6" name="Content Placeholder 5"/>
          <p:cNvSpPr>
            <a:spLocks noGrp="1"/>
          </p:cNvSpPr>
          <p:nvPr>
            <p:ph sz="quarter" idx="4"/>
          </p:nvPr>
        </p:nvSpPr>
        <p:spPr>
          <a:xfrm>
            <a:off x="16722092" y="6959602"/>
            <a:ext cx="14550390" cy="12644121"/>
          </a:xfrm>
          <a:prstGeom prst="rect">
            <a:avLst/>
          </a:prstGeom>
        </p:spPr>
        <p:txBody>
          <a:bodyPr/>
          <a:lstStyle>
            <a:lvl1pPr>
              <a:defRPr sz="7908"/>
            </a:lvl1pPr>
            <a:lvl2pPr>
              <a:defRPr sz="6622"/>
            </a:lvl2pPr>
            <a:lvl3pPr>
              <a:defRPr sz="5979"/>
            </a:lvl3pPr>
            <a:lvl4pPr>
              <a:defRPr sz="5272"/>
            </a:lvl4pPr>
            <a:lvl5pPr>
              <a:defRPr sz="5272"/>
            </a:lvl5pPr>
            <a:lvl6pPr>
              <a:defRPr sz="5272"/>
            </a:lvl6pPr>
            <a:lvl7pPr>
              <a:defRPr sz="5272"/>
            </a:lvl7pPr>
            <a:lvl8pPr>
              <a:defRPr sz="5272"/>
            </a:lvl8pPr>
            <a:lvl9pPr>
              <a:defRPr sz="527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2606040" y="20340321"/>
            <a:ext cx="7680960" cy="1168400"/>
          </a:xfrm>
          <a:prstGeom prst="rect">
            <a:avLst/>
          </a:prstGeom>
        </p:spPr>
        <p:txBody>
          <a:bodyPr/>
          <a:lstStyle/>
          <a:p>
            <a:fld id="{2F27E2A1-5669-448D-A460-DAD0C306B59B}" type="datetimeFigureOut">
              <a:rPr lang="en-US" smtClean="0"/>
              <a:pPr/>
              <a:t>12/4/2024</a:t>
            </a:fld>
            <a:endParaRPr lang="en-US"/>
          </a:p>
        </p:txBody>
      </p:sp>
      <p:sp>
        <p:nvSpPr>
          <p:cNvPr id="8" name="Footer Placeholder 7"/>
          <p:cNvSpPr>
            <a:spLocks noGrp="1"/>
          </p:cNvSpPr>
          <p:nvPr>
            <p:ph type="ftr" sz="quarter" idx="11"/>
          </p:nvPr>
        </p:nvSpPr>
        <p:spPr>
          <a:xfrm>
            <a:off x="11247120" y="20340321"/>
            <a:ext cx="10424160" cy="1168400"/>
          </a:xfrm>
          <a:prstGeom prst="rect">
            <a:avLst/>
          </a:prstGeom>
        </p:spPr>
        <p:txBody>
          <a:bodyPr/>
          <a:lstStyle/>
          <a:p>
            <a:endParaRPr lang="en-US"/>
          </a:p>
        </p:txBody>
      </p:sp>
      <p:sp>
        <p:nvSpPr>
          <p:cNvPr id="9" name="Slide Number Placeholder 8"/>
          <p:cNvSpPr>
            <a:spLocks noGrp="1"/>
          </p:cNvSpPr>
          <p:nvPr>
            <p:ph type="sldNum" sz="quarter" idx="12"/>
          </p:nvPr>
        </p:nvSpPr>
        <p:spPr>
          <a:xfrm>
            <a:off x="30813414" y="19556550"/>
            <a:ext cx="7680960" cy="1168400"/>
          </a:xfrm>
          <a:prstGeom prst="rect">
            <a:avLst/>
          </a:prstGeom>
        </p:spPr>
        <p:txBody>
          <a:bodyPr/>
          <a:lstStyle/>
          <a:p>
            <a:fld id="{3DF0F19C-5E96-49A7-B46E-EFD10AAF07F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45920" y="878841"/>
            <a:ext cx="29626560" cy="36576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2606040" y="20340321"/>
            <a:ext cx="7680960" cy="1168400"/>
          </a:xfrm>
          <a:prstGeom prst="rect">
            <a:avLst/>
          </a:prstGeom>
        </p:spPr>
        <p:txBody>
          <a:bodyPr/>
          <a:lstStyle/>
          <a:p>
            <a:fld id="{2F27E2A1-5669-448D-A460-DAD0C306B59B}" type="datetimeFigureOut">
              <a:rPr lang="en-US" smtClean="0"/>
              <a:pPr/>
              <a:t>12/4/2024</a:t>
            </a:fld>
            <a:endParaRPr lang="en-US"/>
          </a:p>
        </p:txBody>
      </p:sp>
      <p:sp>
        <p:nvSpPr>
          <p:cNvPr id="4" name="Footer Placeholder 3"/>
          <p:cNvSpPr>
            <a:spLocks noGrp="1"/>
          </p:cNvSpPr>
          <p:nvPr>
            <p:ph type="ftr" sz="quarter" idx="11"/>
          </p:nvPr>
        </p:nvSpPr>
        <p:spPr>
          <a:xfrm>
            <a:off x="11247120" y="20340321"/>
            <a:ext cx="10424160" cy="1168400"/>
          </a:xfrm>
          <a:prstGeom prst="rect">
            <a:avLst/>
          </a:prstGeom>
        </p:spPr>
        <p:txBody>
          <a:bodyPr/>
          <a:lstStyle/>
          <a:p>
            <a:endParaRPr lang="en-US"/>
          </a:p>
        </p:txBody>
      </p:sp>
      <p:sp>
        <p:nvSpPr>
          <p:cNvPr id="5" name="Slide Number Placeholder 4"/>
          <p:cNvSpPr>
            <a:spLocks noGrp="1"/>
          </p:cNvSpPr>
          <p:nvPr>
            <p:ph type="sldNum" sz="quarter" idx="12"/>
          </p:nvPr>
        </p:nvSpPr>
        <p:spPr>
          <a:xfrm>
            <a:off x="30813414" y="19556550"/>
            <a:ext cx="7680960" cy="1168400"/>
          </a:xfrm>
          <a:prstGeom prst="rect">
            <a:avLst/>
          </a:prstGeom>
        </p:spPr>
        <p:txBody>
          <a:bodyPr/>
          <a:lstStyle/>
          <a:p>
            <a:fld id="{3DF0F19C-5E96-49A7-B46E-EFD10AAF07F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2606040" y="20340321"/>
            <a:ext cx="7680960" cy="1168400"/>
          </a:xfrm>
          <a:prstGeom prst="rect">
            <a:avLst/>
          </a:prstGeom>
        </p:spPr>
        <p:txBody>
          <a:bodyPr/>
          <a:lstStyle/>
          <a:p>
            <a:fld id="{2F27E2A1-5669-448D-A460-DAD0C306B59B}" type="datetimeFigureOut">
              <a:rPr lang="en-US" smtClean="0"/>
              <a:pPr/>
              <a:t>12/4/2024</a:t>
            </a:fld>
            <a:endParaRPr lang="en-US"/>
          </a:p>
        </p:txBody>
      </p:sp>
      <p:sp>
        <p:nvSpPr>
          <p:cNvPr id="3" name="Footer Placeholder 2"/>
          <p:cNvSpPr>
            <a:spLocks noGrp="1"/>
          </p:cNvSpPr>
          <p:nvPr>
            <p:ph type="ftr" sz="quarter" idx="11"/>
          </p:nvPr>
        </p:nvSpPr>
        <p:spPr>
          <a:xfrm>
            <a:off x="11247120" y="20340321"/>
            <a:ext cx="10424160" cy="1168400"/>
          </a:xfrm>
          <a:prstGeom prst="rect">
            <a:avLst/>
          </a:prstGeom>
        </p:spPr>
        <p:txBody>
          <a:bodyPr/>
          <a:lstStyle/>
          <a:p>
            <a:endParaRPr lang="en-US"/>
          </a:p>
        </p:txBody>
      </p:sp>
      <p:sp>
        <p:nvSpPr>
          <p:cNvPr id="4" name="Slide Number Placeholder 3"/>
          <p:cNvSpPr>
            <a:spLocks noGrp="1"/>
          </p:cNvSpPr>
          <p:nvPr>
            <p:ph type="sldNum" sz="quarter" idx="12"/>
          </p:nvPr>
        </p:nvSpPr>
        <p:spPr>
          <a:xfrm>
            <a:off x="30813414" y="19556550"/>
            <a:ext cx="7680960" cy="1168400"/>
          </a:xfrm>
          <a:prstGeom prst="rect">
            <a:avLst/>
          </a:prstGeom>
        </p:spPr>
        <p:txBody>
          <a:bodyPr/>
          <a:lstStyle/>
          <a:p>
            <a:fld id="{3DF0F19C-5E96-49A7-B46E-EFD10AAF07F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5924" y="873760"/>
            <a:ext cx="10829927" cy="3718560"/>
          </a:xfrm>
          <a:prstGeom prst="rect">
            <a:avLst/>
          </a:prstGeom>
        </p:spPr>
        <p:txBody>
          <a:bodyPr anchor="b"/>
          <a:lstStyle>
            <a:lvl1pPr algn="l">
              <a:defRPr sz="6622" b="1"/>
            </a:lvl1pPr>
          </a:lstStyle>
          <a:p>
            <a:r>
              <a:rPr lang="en-US"/>
              <a:t>Click to edit Master title style</a:t>
            </a:r>
          </a:p>
        </p:txBody>
      </p:sp>
      <p:sp>
        <p:nvSpPr>
          <p:cNvPr id="3" name="Content Placeholder 2"/>
          <p:cNvSpPr>
            <a:spLocks noGrp="1"/>
          </p:cNvSpPr>
          <p:nvPr>
            <p:ph idx="1"/>
          </p:nvPr>
        </p:nvSpPr>
        <p:spPr>
          <a:xfrm>
            <a:off x="12870180" y="873764"/>
            <a:ext cx="18402300" cy="18729961"/>
          </a:xfrm>
          <a:prstGeom prst="rect">
            <a:avLst/>
          </a:prstGeom>
        </p:spPr>
        <p:txBody>
          <a:bodyPr/>
          <a:lstStyle>
            <a:lvl1pPr>
              <a:defRPr sz="10608"/>
            </a:lvl1pPr>
            <a:lvl2pPr>
              <a:defRPr sz="9258"/>
            </a:lvl2pPr>
            <a:lvl3pPr>
              <a:defRPr sz="7908"/>
            </a:lvl3pPr>
            <a:lvl4pPr>
              <a:defRPr sz="6622"/>
            </a:lvl4pPr>
            <a:lvl5pPr>
              <a:defRPr sz="6622"/>
            </a:lvl5pPr>
            <a:lvl6pPr>
              <a:defRPr sz="6622"/>
            </a:lvl6pPr>
            <a:lvl7pPr>
              <a:defRPr sz="6622"/>
            </a:lvl7pPr>
            <a:lvl8pPr>
              <a:defRPr sz="6622"/>
            </a:lvl8pPr>
            <a:lvl9pPr>
              <a:defRPr sz="662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45924" y="4592324"/>
            <a:ext cx="10829927" cy="15011401"/>
          </a:xfrm>
          <a:prstGeom prst="rect">
            <a:avLst/>
          </a:prstGeom>
        </p:spPr>
        <p:txBody>
          <a:bodyPr/>
          <a:lstStyle>
            <a:lvl1pPr marL="0" indent="0">
              <a:buNone/>
              <a:defRPr sz="4629"/>
            </a:lvl1pPr>
            <a:lvl2pPr marL="1511643" indent="0">
              <a:buNone/>
              <a:defRPr sz="3986"/>
            </a:lvl2pPr>
            <a:lvl3pPr marL="3023286" indent="0">
              <a:buNone/>
              <a:defRPr sz="3279"/>
            </a:lvl3pPr>
            <a:lvl4pPr marL="4534929" indent="0">
              <a:buNone/>
              <a:defRPr sz="2957"/>
            </a:lvl4pPr>
            <a:lvl5pPr marL="6046573" indent="0">
              <a:buNone/>
              <a:defRPr sz="2957"/>
            </a:lvl5pPr>
            <a:lvl6pPr marL="7558216" indent="0">
              <a:buNone/>
              <a:defRPr sz="2957"/>
            </a:lvl6pPr>
            <a:lvl7pPr marL="9069859" indent="0">
              <a:buNone/>
              <a:defRPr sz="2957"/>
            </a:lvl7pPr>
            <a:lvl8pPr marL="10581502" indent="0">
              <a:buNone/>
              <a:defRPr sz="2957"/>
            </a:lvl8pPr>
            <a:lvl9pPr marL="12093145" indent="0">
              <a:buNone/>
              <a:defRPr sz="2957"/>
            </a:lvl9pPr>
          </a:lstStyle>
          <a:p>
            <a:pPr lvl="0"/>
            <a:r>
              <a:rPr lang="en-US"/>
              <a:t>Click to edit Master text styles</a:t>
            </a:r>
          </a:p>
        </p:txBody>
      </p:sp>
      <p:sp>
        <p:nvSpPr>
          <p:cNvPr id="5" name="Date Placeholder 4"/>
          <p:cNvSpPr>
            <a:spLocks noGrp="1"/>
          </p:cNvSpPr>
          <p:nvPr>
            <p:ph type="dt" sz="half" idx="10"/>
          </p:nvPr>
        </p:nvSpPr>
        <p:spPr>
          <a:xfrm>
            <a:off x="2606040" y="20340321"/>
            <a:ext cx="7680960" cy="1168400"/>
          </a:xfrm>
          <a:prstGeom prst="rect">
            <a:avLst/>
          </a:prstGeom>
        </p:spPr>
        <p:txBody>
          <a:bodyPr/>
          <a:lstStyle/>
          <a:p>
            <a:fld id="{2F27E2A1-5669-448D-A460-DAD0C306B59B}" type="datetimeFigureOut">
              <a:rPr lang="en-US" smtClean="0"/>
              <a:pPr/>
              <a:t>12/4/2024</a:t>
            </a:fld>
            <a:endParaRPr lang="en-US"/>
          </a:p>
        </p:txBody>
      </p:sp>
      <p:sp>
        <p:nvSpPr>
          <p:cNvPr id="6" name="Footer Placeholder 5"/>
          <p:cNvSpPr>
            <a:spLocks noGrp="1"/>
          </p:cNvSpPr>
          <p:nvPr>
            <p:ph type="ftr" sz="quarter" idx="11"/>
          </p:nvPr>
        </p:nvSpPr>
        <p:spPr>
          <a:xfrm>
            <a:off x="11247120" y="20340321"/>
            <a:ext cx="10424160" cy="1168400"/>
          </a:xfrm>
          <a:prstGeom prst="rect">
            <a:avLst/>
          </a:prstGeom>
        </p:spPr>
        <p:txBody>
          <a:bodyPr/>
          <a:lstStyle/>
          <a:p>
            <a:endParaRPr lang="en-US"/>
          </a:p>
        </p:txBody>
      </p:sp>
      <p:sp>
        <p:nvSpPr>
          <p:cNvPr id="7" name="Slide Number Placeholder 6"/>
          <p:cNvSpPr>
            <a:spLocks noGrp="1"/>
          </p:cNvSpPr>
          <p:nvPr>
            <p:ph type="sldNum" sz="quarter" idx="12"/>
          </p:nvPr>
        </p:nvSpPr>
        <p:spPr>
          <a:xfrm>
            <a:off x="30813414" y="19556550"/>
            <a:ext cx="7680960" cy="1168400"/>
          </a:xfrm>
          <a:prstGeom prst="rect">
            <a:avLst/>
          </a:prstGeom>
        </p:spPr>
        <p:txBody>
          <a:bodyPr/>
          <a:lstStyle/>
          <a:p>
            <a:fld id="{3DF0F19C-5E96-49A7-B46E-EFD10AAF07F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2237" y="15361922"/>
            <a:ext cx="19751040" cy="1813561"/>
          </a:xfrm>
          <a:prstGeom prst="rect">
            <a:avLst/>
          </a:prstGeom>
        </p:spPr>
        <p:txBody>
          <a:bodyPr anchor="b"/>
          <a:lstStyle>
            <a:lvl1pPr algn="l">
              <a:defRPr sz="6622" b="1"/>
            </a:lvl1pPr>
          </a:lstStyle>
          <a:p>
            <a:r>
              <a:rPr lang="en-US"/>
              <a:t>Click to edit Master title style</a:t>
            </a:r>
          </a:p>
        </p:txBody>
      </p:sp>
      <p:sp>
        <p:nvSpPr>
          <p:cNvPr id="3" name="Picture Placeholder 2"/>
          <p:cNvSpPr>
            <a:spLocks noGrp="1"/>
          </p:cNvSpPr>
          <p:nvPr>
            <p:ph type="pic" idx="1"/>
          </p:nvPr>
        </p:nvSpPr>
        <p:spPr>
          <a:xfrm>
            <a:off x="6452237" y="1960880"/>
            <a:ext cx="19751040" cy="13167360"/>
          </a:xfrm>
          <a:prstGeom prst="rect">
            <a:avLst/>
          </a:prstGeom>
        </p:spPr>
        <p:txBody>
          <a:bodyPr/>
          <a:lstStyle>
            <a:lvl1pPr marL="0" indent="0">
              <a:buNone/>
              <a:defRPr sz="10608"/>
            </a:lvl1pPr>
            <a:lvl2pPr marL="1511643" indent="0">
              <a:buNone/>
              <a:defRPr sz="9258"/>
            </a:lvl2pPr>
            <a:lvl3pPr marL="3023286" indent="0">
              <a:buNone/>
              <a:defRPr sz="7908"/>
            </a:lvl3pPr>
            <a:lvl4pPr marL="4534929" indent="0">
              <a:buNone/>
              <a:defRPr sz="6622"/>
            </a:lvl4pPr>
            <a:lvl5pPr marL="6046573" indent="0">
              <a:buNone/>
              <a:defRPr sz="6622"/>
            </a:lvl5pPr>
            <a:lvl6pPr marL="7558216" indent="0">
              <a:buNone/>
              <a:defRPr sz="6622"/>
            </a:lvl6pPr>
            <a:lvl7pPr marL="9069859" indent="0">
              <a:buNone/>
              <a:defRPr sz="6622"/>
            </a:lvl7pPr>
            <a:lvl8pPr marL="10581502" indent="0">
              <a:buNone/>
              <a:defRPr sz="6622"/>
            </a:lvl8pPr>
            <a:lvl9pPr marL="12093145" indent="0">
              <a:buNone/>
              <a:defRPr sz="6622"/>
            </a:lvl9pPr>
          </a:lstStyle>
          <a:p>
            <a:endParaRPr lang="en-US"/>
          </a:p>
        </p:txBody>
      </p:sp>
      <p:sp>
        <p:nvSpPr>
          <p:cNvPr id="4" name="Text Placeholder 3"/>
          <p:cNvSpPr>
            <a:spLocks noGrp="1"/>
          </p:cNvSpPr>
          <p:nvPr>
            <p:ph type="body" sz="half" idx="2"/>
          </p:nvPr>
        </p:nvSpPr>
        <p:spPr>
          <a:xfrm>
            <a:off x="6452237" y="17175483"/>
            <a:ext cx="19751040" cy="2575559"/>
          </a:xfrm>
          <a:prstGeom prst="rect">
            <a:avLst/>
          </a:prstGeom>
        </p:spPr>
        <p:txBody>
          <a:bodyPr/>
          <a:lstStyle>
            <a:lvl1pPr marL="0" indent="0">
              <a:buNone/>
              <a:defRPr sz="4629"/>
            </a:lvl1pPr>
            <a:lvl2pPr marL="1511643" indent="0">
              <a:buNone/>
              <a:defRPr sz="3986"/>
            </a:lvl2pPr>
            <a:lvl3pPr marL="3023286" indent="0">
              <a:buNone/>
              <a:defRPr sz="3279"/>
            </a:lvl3pPr>
            <a:lvl4pPr marL="4534929" indent="0">
              <a:buNone/>
              <a:defRPr sz="2957"/>
            </a:lvl4pPr>
            <a:lvl5pPr marL="6046573" indent="0">
              <a:buNone/>
              <a:defRPr sz="2957"/>
            </a:lvl5pPr>
            <a:lvl6pPr marL="7558216" indent="0">
              <a:buNone/>
              <a:defRPr sz="2957"/>
            </a:lvl6pPr>
            <a:lvl7pPr marL="9069859" indent="0">
              <a:buNone/>
              <a:defRPr sz="2957"/>
            </a:lvl7pPr>
            <a:lvl8pPr marL="10581502" indent="0">
              <a:buNone/>
              <a:defRPr sz="2957"/>
            </a:lvl8pPr>
            <a:lvl9pPr marL="12093145" indent="0">
              <a:buNone/>
              <a:defRPr sz="2957"/>
            </a:lvl9pPr>
          </a:lstStyle>
          <a:p>
            <a:pPr lvl="0"/>
            <a:r>
              <a:rPr lang="en-US"/>
              <a:t>Click to edit Master text styles</a:t>
            </a:r>
          </a:p>
        </p:txBody>
      </p:sp>
      <p:sp>
        <p:nvSpPr>
          <p:cNvPr id="5" name="Date Placeholder 4"/>
          <p:cNvSpPr>
            <a:spLocks noGrp="1"/>
          </p:cNvSpPr>
          <p:nvPr>
            <p:ph type="dt" sz="half" idx="10"/>
          </p:nvPr>
        </p:nvSpPr>
        <p:spPr>
          <a:xfrm>
            <a:off x="2606040" y="20340321"/>
            <a:ext cx="7680960" cy="1168400"/>
          </a:xfrm>
          <a:prstGeom prst="rect">
            <a:avLst/>
          </a:prstGeom>
        </p:spPr>
        <p:txBody>
          <a:bodyPr/>
          <a:lstStyle/>
          <a:p>
            <a:fld id="{2F27E2A1-5669-448D-A460-DAD0C306B59B}" type="datetimeFigureOut">
              <a:rPr lang="en-US" smtClean="0"/>
              <a:pPr/>
              <a:t>12/4/2024</a:t>
            </a:fld>
            <a:endParaRPr lang="en-US"/>
          </a:p>
        </p:txBody>
      </p:sp>
      <p:sp>
        <p:nvSpPr>
          <p:cNvPr id="6" name="Footer Placeholder 5"/>
          <p:cNvSpPr>
            <a:spLocks noGrp="1"/>
          </p:cNvSpPr>
          <p:nvPr>
            <p:ph type="ftr" sz="quarter" idx="11"/>
          </p:nvPr>
        </p:nvSpPr>
        <p:spPr>
          <a:xfrm>
            <a:off x="11247120" y="20340321"/>
            <a:ext cx="10424160" cy="1168400"/>
          </a:xfrm>
          <a:prstGeom prst="rect">
            <a:avLst/>
          </a:prstGeom>
        </p:spPr>
        <p:txBody>
          <a:bodyPr/>
          <a:lstStyle/>
          <a:p>
            <a:endParaRPr lang="en-US"/>
          </a:p>
        </p:txBody>
      </p:sp>
      <p:sp>
        <p:nvSpPr>
          <p:cNvPr id="7" name="Slide Number Placeholder 6"/>
          <p:cNvSpPr>
            <a:spLocks noGrp="1"/>
          </p:cNvSpPr>
          <p:nvPr>
            <p:ph type="sldNum" sz="quarter" idx="12"/>
          </p:nvPr>
        </p:nvSpPr>
        <p:spPr>
          <a:xfrm>
            <a:off x="30813414" y="19556550"/>
            <a:ext cx="7680960" cy="1168400"/>
          </a:xfrm>
          <a:prstGeom prst="rect">
            <a:avLst/>
          </a:prstGeom>
        </p:spPr>
        <p:txBody>
          <a:bodyPr/>
          <a:lstStyle/>
          <a:p>
            <a:fld id="{3DF0F19C-5E96-49A7-B46E-EFD10AAF07F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645920" y="878841"/>
            <a:ext cx="29626560" cy="36576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645920" y="5120643"/>
            <a:ext cx="29626560" cy="14483081"/>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2606040" y="20340321"/>
            <a:ext cx="7680960" cy="1168400"/>
          </a:xfrm>
          <a:prstGeom prst="rect">
            <a:avLst/>
          </a:prstGeom>
        </p:spPr>
        <p:txBody>
          <a:bodyPr/>
          <a:lstStyle/>
          <a:p>
            <a:fld id="{2F27E2A1-5669-448D-A460-DAD0C306B59B}" type="datetimeFigureOut">
              <a:rPr lang="en-US" smtClean="0"/>
              <a:pPr/>
              <a:t>12/4/2024</a:t>
            </a:fld>
            <a:endParaRPr lang="en-US"/>
          </a:p>
        </p:txBody>
      </p:sp>
      <p:sp>
        <p:nvSpPr>
          <p:cNvPr id="5" name="Footer Placeholder 4"/>
          <p:cNvSpPr>
            <a:spLocks noGrp="1"/>
          </p:cNvSpPr>
          <p:nvPr>
            <p:ph type="ftr" sz="quarter" idx="11"/>
          </p:nvPr>
        </p:nvSpPr>
        <p:spPr>
          <a:xfrm>
            <a:off x="11247120" y="20340321"/>
            <a:ext cx="10424160" cy="1168400"/>
          </a:xfrm>
          <a:prstGeom prst="rect">
            <a:avLst/>
          </a:prstGeom>
        </p:spPr>
        <p:txBody>
          <a:bodyPr/>
          <a:lstStyle/>
          <a:p>
            <a:endParaRPr lang="en-US"/>
          </a:p>
        </p:txBody>
      </p:sp>
      <p:sp>
        <p:nvSpPr>
          <p:cNvPr id="6" name="Slide Number Placeholder 5"/>
          <p:cNvSpPr>
            <a:spLocks noGrp="1"/>
          </p:cNvSpPr>
          <p:nvPr>
            <p:ph type="sldNum" sz="quarter" idx="12"/>
          </p:nvPr>
        </p:nvSpPr>
        <p:spPr>
          <a:xfrm>
            <a:off x="30813414" y="19556550"/>
            <a:ext cx="7680960" cy="1168400"/>
          </a:xfrm>
          <a:prstGeom prst="rect">
            <a:avLst/>
          </a:prstGeom>
        </p:spPr>
        <p:txBody>
          <a:bodyPr/>
          <a:lstStyle/>
          <a:p>
            <a:fld id="{3DF0F19C-5E96-49A7-B46E-EFD10AAF07F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235389" y="5623563"/>
            <a:ext cx="31106743" cy="119842279"/>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2" y="5623563"/>
            <a:ext cx="92771597" cy="119842279"/>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2606040" y="20340321"/>
            <a:ext cx="7680960" cy="1168400"/>
          </a:xfrm>
          <a:prstGeom prst="rect">
            <a:avLst/>
          </a:prstGeom>
        </p:spPr>
        <p:txBody>
          <a:bodyPr/>
          <a:lstStyle/>
          <a:p>
            <a:fld id="{2F27E2A1-5669-448D-A460-DAD0C306B59B}" type="datetimeFigureOut">
              <a:rPr lang="en-US" smtClean="0"/>
              <a:pPr/>
              <a:t>12/4/2024</a:t>
            </a:fld>
            <a:endParaRPr lang="en-US"/>
          </a:p>
        </p:txBody>
      </p:sp>
      <p:sp>
        <p:nvSpPr>
          <p:cNvPr id="5" name="Footer Placeholder 4"/>
          <p:cNvSpPr>
            <a:spLocks noGrp="1"/>
          </p:cNvSpPr>
          <p:nvPr>
            <p:ph type="ftr" sz="quarter" idx="11"/>
          </p:nvPr>
        </p:nvSpPr>
        <p:spPr>
          <a:xfrm>
            <a:off x="11247120" y="20340321"/>
            <a:ext cx="10424160" cy="1168400"/>
          </a:xfrm>
          <a:prstGeom prst="rect">
            <a:avLst/>
          </a:prstGeom>
        </p:spPr>
        <p:txBody>
          <a:bodyPr/>
          <a:lstStyle/>
          <a:p>
            <a:endParaRPr lang="en-US"/>
          </a:p>
        </p:txBody>
      </p:sp>
      <p:sp>
        <p:nvSpPr>
          <p:cNvPr id="6" name="Slide Number Placeholder 5"/>
          <p:cNvSpPr>
            <a:spLocks noGrp="1"/>
          </p:cNvSpPr>
          <p:nvPr>
            <p:ph type="sldNum" sz="quarter" idx="12"/>
          </p:nvPr>
        </p:nvSpPr>
        <p:spPr>
          <a:xfrm>
            <a:off x="30813414" y="19556550"/>
            <a:ext cx="7680960" cy="1168400"/>
          </a:xfrm>
          <a:prstGeom prst="rect">
            <a:avLst/>
          </a:prstGeom>
        </p:spPr>
        <p:txBody>
          <a:bodyPr/>
          <a:lstStyle/>
          <a:p>
            <a:fld id="{3DF0F19C-5E96-49A7-B46E-EFD10AAF07F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A red and black rectangle with a yellow star&#10;&#10;Description automatically generated">
            <a:extLst>
              <a:ext uri="{FF2B5EF4-FFF2-40B4-BE49-F238E27FC236}">
                <a16:creationId xmlns:a16="http://schemas.microsoft.com/office/drawing/2014/main" id="{90340A88-62EA-5C49-8716-971707898D66}"/>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1"/>
            <a:ext cx="32918400" cy="479701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023286" rtl="0" eaLnBrk="1" latinLnBrk="0" hangingPunct="1">
        <a:spcBef>
          <a:spcPct val="0"/>
        </a:spcBef>
        <a:buNone/>
        <a:defRPr sz="14530" kern="1200">
          <a:solidFill>
            <a:schemeClr val="tx1"/>
          </a:solidFill>
          <a:latin typeface="+mj-lt"/>
          <a:ea typeface="+mj-ea"/>
          <a:cs typeface="+mj-cs"/>
        </a:defRPr>
      </a:lvl1pPr>
    </p:titleStyle>
    <p:bodyStyle>
      <a:lvl1pPr marL="1133732" indent="-1133732" algn="l" defTabSz="3023286" rtl="0" eaLnBrk="1" latinLnBrk="0" hangingPunct="1">
        <a:spcBef>
          <a:spcPct val="20000"/>
        </a:spcBef>
        <a:buFont typeface="Arial" pitchFamily="34" charset="0"/>
        <a:buChar char="•"/>
        <a:defRPr sz="10608" kern="1200">
          <a:solidFill>
            <a:schemeClr val="tx1"/>
          </a:solidFill>
          <a:latin typeface="+mn-lt"/>
          <a:ea typeface="+mn-ea"/>
          <a:cs typeface="+mn-cs"/>
        </a:defRPr>
      </a:lvl1pPr>
      <a:lvl2pPr marL="2456420" indent="-944777" algn="l" defTabSz="3023286" rtl="0" eaLnBrk="1" latinLnBrk="0" hangingPunct="1">
        <a:spcBef>
          <a:spcPct val="20000"/>
        </a:spcBef>
        <a:buFont typeface="Arial" pitchFamily="34" charset="0"/>
        <a:buChar char="–"/>
        <a:defRPr sz="9258" kern="1200">
          <a:solidFill>
            <a:schemeClr val="tx1"/>
          </a:solidFill>
          <a:latin typeface="+mn-lt"/>
          <a:ea typeface="+mn-ea"/>
          <a:cs typeface="+mn-cs"/>
        </a:defRPr>
      </a:lvl2pPr>
      <a:lvl3pPr marL="3779108" indent="-755822" algn="l" defTabSz="3023286" rtl="0" eaLnBrk="1" latinLnBrk="0" hangingPunct="1">
        <a:spcBef>
          <a:spcPct val="20000"/>
        </a:spcBef>
        <a:buFont typeface="Arial" pitchFamily="34" charset="0"/>
        <a:buChar char="•"/>
        <a:defRPr sz="7908" kern="1200">
          <a:solidFill>
            <a:schemeClr val="tx1"/>
          </a:solidFill>
          <a:latin typeface="+mn-lt"/>
          <a:ea typeface="+mn-ea"/>
          <a:cs typeface="+mn-cs"/>
        </a:defRPr>
      </a:lvl3pPr>
      <a:lvl4pPr marL="5290751" indent="-755822" algn="l" defTabSz="3023286" rtl="0" eaLnBrk="1" latinLnBrk="0" hangingPunct="1">
        <a:spcBef>
          <a:spcPct val="20000"/>
        </a:spcBef>
        <a:buFont typeface="Arial" pitchFamily="34" charset="0"/>
        <a:buChar char="–"/>
        <a:defRPr sz="6622" kern="1200">
          <a:solidFill>
            <a:schemeClr val="tx1"/>
          </a:solidFill>
          <a:latin typeface="+mn-lt"/>
          <a:ea typeface="+mn-ea"/>
          <a:cs typeface="+mn-cs"/>
        </a:defRPr>
      </a:lvl4pPr>
      <a:lvl5pPr marL="6802394" indent="-755822" algn="l" defTabSz="3023286" rtl="0" eaLnBrk="1" latinLnBrk="0" hangingPunct="1">
        <a:spcBef>
          <a:spcPct val="20000"/>
        </a:spcBef>
        <a:buFont typeface="Arial" pitchFamily="34" charset="0"/>
        <a:buChar char="»"/>
        <a:defRPr sz="6622" kern="1200">
          <a:solidFill>
            <a:schemeClr val="tx1"/>
          </a:solidFill>
          <a:latin typeface="+mn-lt"/>
          <a:ea typeface="+mn-ea"/>
          <a:cs typeface="+mn-cs"/>
        </a:defRPr>
      </a:lvl5pPr>
      <a:lvl6pPr marL="8314037" indent="-755822" algn="l" defTabSz="3023286" rtl="0" eaLnBrk="1" latinLnBrk="0" hangingPunct="1">
        <a:spcBef>
          <a:spcPct val="20000"/>
        </a:spcBef>
        <a:buFont typeface="Arial" pitchFamily="34" charset="0"/>
        <a:buChar char="•"/>
        <a:defRPr sz="6622" kern="1200">
          <a:solidFill>
            <a:schemeClr val="tx1"/>
          </a:solidFill>
          <a:latin typeface="+mn-lt"/>
          <a:ea typeface="+mn-ea"/>
          <a:cs typeface="+mn-cs"/>
        </a:defRPr>
      </a:lvl6pPr>
      <a:lvl7pPr marL="9825681" indent="-755822" algn="l" defTabSz="3023286" rtl="0" eaLnBrk="1" latinLnBrk="0" hangingPunct="1">
        <a:spcBef>
          <a:spcPct val="20000"/>
        </a:spcBef>
        <a:buFont typeface="Arial" pitchFamily="34" charset="0"/>
        <a:buChar char="•"/>
        <a:defRPr sz="6622" kern="1200">
          <a:solidFill>
            <a:schemeClr val="tx1"/>
          </a:solidFill>
          <a:latin typeface="+mn-lt"/>
          <a:ea typeface="+mn-ea"/>
          <a:cs typeface="+mn-cs"/>
        </a:defRPr>
      </a:lvl7pPr>
      <a:lvl8pPr marL="11337324" indent="-755822" algn="l" defTabSz="3023286" rtl="0" eaLnBrk="1" latinLnBrk="0" hangingPunct="1">
        <a:spcBef>
          <a:spcPct val="20000"/>
        </a:spcBef>
        <a:buFont typeface="Arial" pitchFamily="34" charset="0"/>
        <a:buChar char="•"/>
        <a:defRPr sz="6622" kern="1200">
          <a:solidFill>
            <a:schemeClr val="tx1"/>
          </a:solidFill>
          <a:latin typeface="+mn-lt"/>
          <a:ea typeface="+mn-ea"/>
          <a:cs typeface="+mn-cs"/>
        </a:defRPr>
      </a:lvl8pPr>
      <a:lvl9pPr marL="12848967" indent="-755822" algn="l" defTabSz="3023286" rtl="0" eaLnBrk="1" latinLnBrk="0" hangingPunct="1">
        <a:spcBef>
          <a:spcPct val="20000"/>
        </a:spcBef>
        <a:buFont typeface="Arial" pitchFamily="34" charset="0"/>
        <a:buChar char="•"/>
        <a:defRPr sz="6622" kern="1200">
          <a:solidFill>
            <a:schemeClr val="tx1"/>
          </a:solidFill>
          <a:latin typeface="+mn-lt"/>
          <a:ea typeface="+mn-ea"/>
          <a:cs typeface="+mn-cs"/>
        </a:defRPr>
      </a:lvl9pPr>
    </p:bodyStyle>
    <p:otherStyle>
      <a:defPPr>
        <a:defRPr lang="en-US"/>
      </a:defPPr>
      <a:lvl1pPr marL="0" algn="l" defTabSz="3023286" rtl="0" eaLnBrk="1" latinLnBrk="0" hangingPunct="1">
        <a:defRPr sz="5979" kern="1200">
          <a:solidFill>
            <a:schemeClr val="tx1"/>
          </a:solidFill>
          <a:latin typeface="+mn-lt"/>
          <a:ea typeface="+mn-ea"/>
          <a:cs typeface="+mn-cs"/>
        </a:defRPr>
      </a:lvl1pPr>
      <a:lvl2pPr marL="1511643" algn="l" defTabSz="3023286" rtl="0" eaLnBrk="1" latinLnBrk="0" hangingPunct="1">
        <a:defRPr sz="5979" kern="1200">
          <a:solidFill>
            <a:schemeClr val="tx1"/>
          </a:solidFill>
          <a:latin typeface="+mn-lt"/>
          <a:ea typeface="+mn-ea"/>
          <a:cs typeface="+mn-cs"/>
        </a:defRPr>
      </a:lvl2pPr>
      <a:lvl3pPr marL="3023286" algn="l" defTabSz="3023286" rtl="0" eaLnBrk="1" latinLnBrk="0" hangingPunct="1">
        <a:defRPr sz="5979" kern="1200">
          <a:solidFill>
            <a:schemeClr val="tx1"/>
          </a:solidFill>
          <a:latin typeface="+mn-lt"/>
          <a:ea typeface="+mn-ea"/>
          <a:cs typeface="+mn-cs"/>
        </a:defRPr>
      </a:lvl3pPr>
      <a:lvl4pPr marL="4534929" algn="l" defTabSz="3023286" rtl="0" eaLnBrk="1" latinLnBrk="0" hangingPunct="1">
        <a:defRPr sz="5979" kern="1200">
          <a:solidFill>
            <a:schemeClr val="tx1"/>
          </a:solidFill>
          <a:latin typeface="+mn-lt"/>
          <a:ea typeface="+mn-ea"/>
          <a:cs typeface="+mn-cs"/>
        </a:defRPr>
      </a:lvl4pPr>
      <a:lvl5pPr marL="6046573" algn="l" defTabSz="3023286" rtl="0" eaLnBrk="1" latinLnBrk="0" hangingPunct="1">
        <a:defRPr sz="5979" kern="1200">
          <a:solidFill>
            <a:schemeClr val="tx1"/>
          </a:solidFill>
          <a:latin typeface="+mn-lt"/>
          <a:ea typeface="+mn-ea"/>
          <a:cs typeface="+mn-cs"/>
        </a:defRPr>
      </a:lvl5pPr>
      <a:lvl6pPr marL="7558216" algn="l" defTabSz="3023286" rtl="0" eaLnBrk="1" latinLnBrk="0" hangingPunct="1">
        <a:defRPr sz="5979" kern="1200">
          <a:solidFill>
            <a:schemeClr val="tx1"/>
          </a:solidFill>
          <a:latin typeface="+mn-lt"/>
          <a:ea typeface="+mn-ea"/>
          <a:cs typeface="+mn-cs"/>
        </a:defRPr>
      </a:lvl6pPr>
      <a:lvl7pPr marL="9069859" algn="l" defTabSz="3023286" rtl="0" eaLnBrk="1" latinLnBrk="0" hangingPunct="1">
        <a:defRPr sz="5979" kern="1200">
          <a:solidFill>
            <a:schemeClr val="tx1"/>
          </a:solidFill>
          <a:latin typeface="+mn-lt"/>
          <a:ea typeface="+mn-ea"/>
          <a:cs typeface="+mn-cs"/>
        </a:defRPr>
      </a:lvl7pPr>
      <a:lvl8pPr marL="10581502" algn="l" defTabSz="3023286" rtl="0" eaLnBrk="1" latinLnBrk="0" hangingPunct="1">
        <a:defRPr sz="5979" kern="1200">
          <a:solidFill>
            <a:schemeClr val="tx1"/>
          </a:solidFill>
          <a:latin typeface="+mn-lt"/>
          <a:ea typeface="+mn-ea"/>
          <a:cs typeface="+mn-cs"/>
        </a:defRPr>
      </a:lvl8pPr>
      <a:lvl9pPr marL="12093145" algn="l" defTabSz="3023286" rtl="0" eaLnBrk="1" latinLnBrk="0" hangingPunct="1">
        <a:defRPr sz="597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Line 126"/>
          <p:cNvSpPr>
            <a:spLocks noChangeShapeType="1"/>
          </p:cNvSpPr>
          <p:nvPr/>
        </p:nvSpPr>
        <p:spPr bwMode="auto">
          <a:xfrm>
            <a:off x="21678270" y="6245279"/>
            <a:ext cx="61886" cy="15237946"/>
          </a:xfrm>
          <a:prstGeom prst="line">
            <a:avLst/>
          </a:prstGeom>
          <a:noFill/>
          <a:ln w="9525">
            <a:solidFill>
              <a:schemeClr val="tx1"/>
            </a:solidFill>
            <a:round/>
            <a:headEnd/>
            <a:tailEnd/>
          </a:ln>
        </p:spPr>
        <p:txBody>
          <a:bodyPr/>
          <a:lstStyle/>
          <a:p>
            <a:endParaRPr lang="en-US" sz="3899"/>
          </a:p>
        </p:txBody>
      </p:sp>
      <p:sp>
        <p:nvSpPr>
          <p:cNvPr id="23" name="Line 126"/>
          <p:cNvSpPr>
            <a:spLocks noChangeShapeType="1"/>
          </p:cNvSpPr>
          <p:nvPr/>
        </p:nvSpPr>
        <p:spPr bwMode="auto">
          <a:xfrm>
            <a:off x="11197394" y="6273271"/>
            <a:ext cx="61886" cy="15237946"/>
          </a:xfrm>
          <a:prstGeom prst="line">
            <a:avLst/>
          </a:prstGeom>
          <a:noFill/>
          <a:ln w="9525">
            <a:solidFill>
              <a:schemeClr val="tx1"/>
            </a:solidFill>
            <a:round/>
            <a:headEnd/>
            <a:tailEnd/>
          </a:ln>
        </p:spPr>
        <p:txBody>
          <a:bodyPr/>
          <a:lstStyle/>
          <a:p>
            <a:endParaRPr lang="en-US" sz="3899"/>
          </a:p>
        </p:txBody>
      </p:sp>
      <p:grpSp>
        <p:nvGrpSpPr>
          <p:cNvPr id="35" name="Group 34"/>
          <p:cNvGrpSpPr/>
          <p:nvPr/>
        </p:nvGrpSpPr>
        <p:grpSpPr>
          <a:xfrm>
            <a:off x="-8817" y="5292272"/>
            <a:ext cx="11173969" cy="714698"/>
            <a:chOff x="849085" y="8458201"/>
            <a:chExt cx="9693765" cy="1452851"/>
          </a:xfrm>
          <a:solidFill>
            <a:srgbClr val="A41E35"/>
          </a:solidFill>
        </p:grpSpPr>
        <p:sp>
          <p:nvSpPr>
            <p:cNvPr id="24" name="Rectangle 119"/>
            <p:cNvSpPr>
              <a:spLocks noChangeArrowheads="1"/>
            </p:cNvSpPr>
            <p:nvPr/>
          </p:nvSpPr>
          <p:spPr bwMode="auto">
            <a:xfrm>
              <a:off x="849085" y="8458201"/>
              <a:ext cx="9689478" cy="1452851"/>
            </a:xfrm>
            <a:prstGeom prst="rect">
              <a:avLst/>
            </a:prstGeom>
            <a:grpFill/>
            <a:ln w="9525">
              <a:noFill/>
              <a:miter lim="800000"/>
              <a:headEnd/>
              <a:tailEnd/>
            </a:ln>
            <a:effectLst/>
            <a:scene3d>
              <a:camera prst="orthographicFront"/>
              <a:lightRig rig="threePt" dir="t"/>
            </a:scene3d>
            <a:sp3d/>
          </p:spPr>
          <p:txBody>
            <a:bodyPr wrap="none" anchor="ctr"/>
            <a:lstStyle/>
            <a:p>
              <a:endParaRPr lang="en-US" sz="3899"/>
            </a:p>
          </p:txBody>
        </p:sp>
        <p:sp>
          <p:nvSpPr>
            <p:cNvPr id="25" name="Text Box 120"/>
            <p:cNvSpPr txBox="1">
              <a:spLocks noChangeArrowheads="1"/>
            </p:cNvSpPr>
            <p:nvPr/>
          </p:nvSpPr>
          <p:spPr bwMode="auto">
            <a:xfrm>
              <a:off x="849086" y="8563084"/>
              <a:ext cx="9693764" cy="1273857"/>
            </a:xfrm>
            <a:prstGeom prst="rect">
              <a:avLst/>
            </a:prstGeom>
            <a:noFill/>
            <a:ln w="9525">
              <a:noFill/>
              <a:miter lim="800000"/>
              <a:headEnd/>
              <a:tailEnd/>
            </a:ln>
            <a:scene3d>
              <a:camera prst="orthographicFront"/>
              <a:lightRig rig="threePt" dir="t"/>
            </a:scene3d>
            <a:sp3d/>
          </p:spPr>
          <p:txBody>
            <a:bodyPr wrap="square">
              <a:spAutoFit/>
            </a:bodyPr>
            <a:lstStyle/>
            <a:p>
              <a:pPr algn="ctr" defTabSz="3023028"/>
              <a:r>
                <a:rPr lang="en-US" sz="3472" b="1" dirty="0">
                  <a:solidFill>
                    <a:schemeClr val="bg1"/>
                  </a:solidFill>
                  <a:latin typeface="Arial" panose="020B0604020202020204" pitchFamily="34" charset="0"/>
                  <a:cs typeface="Arial" panose="020B0604020202020204" pitchFamily="34" charset="0"/>
                </a:rPr>
                <a:t>INTRODUCTION or BACKGROUND</a:t>
              </a:r>
            </a:p>
          </p:txBody>
        </p:sp>
      </p:grpSp>
      <p:grpSp>
        <p:nvGrpSpPr>
          <p:cNvPr id="36" name="Group 35"/>
          <p:cNvGrpSpPr/>
          <p:nvPr/>
        </p:nvGrpSpPr>
        <p:grpSpPr>
          <a:xfrm>
            <a:off x="11227769" y="5292273"/>
            <a:ext cx="10405872" cy="714698"/>
            <a:chOff x="849085" y="8458201"/>
            <a:chExt cx="9689884" cy="1452851"/>
          </a:xfrm>
          <a:solidFill>
            <a:srgbClr val="A41E35"/>
          </a:solidFill>
        </p:grpSpPr>
        <p:sp>
          <p:nvSpPr>
            <p:cNvPr id="37" name="Rectangle 119"/>
            <p:cNvSpPr>
              <a:spLocks noChangeArrowheads="1"/>
            </p:cNvSpPr>
            <p:nvPr/>
          </p:nvSpPr>
          <p:spPr bwMode="auto">
            <a:xfrm>
              <a:off x="849085" y="8458201"/>
              <a:ext cx="9689478" cy="1452851"/>
            </a:xfrm>
            <a:prstGeom prst="rect">
              <a:avLst/>
            </a:prstGeom>
            <a:grpFill/>
            <a:ln w="9525">
              <a:noFill/>
              <a:miter lim="800000"/>
              <a:headEnd/>
              <a:tailEnd/>
            </a:ln>
            <a:effectLst/>
            <a:scene3d>
              <a:camera prst="orthographicFront"/>
              <a:lightRig rig="threePt" dir="t"/>
            </a:scene3d>
            <a:sp3d/>
          </p:spPr>
          <p:txBody>
            <a:bodyPr wrap="none" anchor="ctr"/>
            <a:lstStyle/>
            <a:p>
              <a:endParaRPr lang="en-US" sz="3899"/>
            </a:p>
          </p:txBody>
        </p:sp>
        <p:sp>
          <p:nvSpPr>
            <p:cNvPr id="38" name="Text Box 120"/>
            <p:cNvSpPr txBox="1">
              <a:spLocks noChangeArrowheads="1"/>
            </p:cNvSpPr>
            <p:nvPr/>
          </p:nvSpPr>
          <p:spPr bwMode="auto">
            <a:xfrm>
              <a:off x="849085" y="8563082"/>
              <a:ext cx="9689884" cy="1273857"/>
            </a:xfrm>
            <a:prstGeom prst="rect">
              <a:avLst/>
            </a:prstGeom>
            <a:noFill/>
            <a:ln w="9525">
              <a:noFill/>
              <a:miter lim="800000"/>
              <a:headEnd/>
              <a:tailEnd/>
            </a:ln>
            <a:scene3d>
              <a:camera prst="orthographicFront"/>
              <a:lightRig rig="threePt" dir="t"/>
            </a:scene3d>
            <a:sp3d/>
          </p:spPr>
          <p:txBody>
            <a:bodyPr wrap="square">
              <a:spAutoFit/>
            </a:bodyPr>
            <a:lstStyle/>
            <a:p>
              <a:pPr algn="ctr" defTabSz="3023028"/>
              <a:r>
                <a:rPr lang="en-US" sz="3472" b="1" dirty="0">
                  <a:solidFill>
                    <a:schemeClr val="bg1"/>
                  </a:solidFill>
                  <a:latin typeface="Arial" panose="020B0604020202020204" pitchFamily="34" charset="0"/>
                  <a:cs typeface="Arial" panose="020B0604020202020204" pitchFamily="34" charset="0"/>
                </a:rPr>
                <a:t>METHODS</a:t>
              </a:r>
            </a:p>
          </p:txBody>
        </p:sp>
      </p:grpSp>
      <p:grpSp>
        <p:nvGrpSpPr>
          <p:cNvPr id="58" name="Group 57"/>
          <p:cNvGrpSpPr/>
          <p:nvPr/>
        </p:nvGrpSpPr>
        <p:grpSpPr>
          <a:xfrm>
            <a:off x="21730203" y="5292273"/>
            <a:ext cx="11173969" cy="714698"/>
            <a:chOff x="849085" y="8458201"/>
            <a:chExt cx="9689479" cy="1452851"/>
          </a:xfrm>
          <a:solidFill>
            <a:srgbClr val="A41E35"/>
          </a:solidFill>
        </p:grpSpPr>
        <p:sp>
          <p:nvSpPr>
            <p:cNvPr id="59" name="Rectangle 119"/>
            <p:cNvSpPr>
              <a:spLocks noChangeArrowheads="1"/>
            </p:cNvSpPr>
            <p:nvPr/>
          </p:nvSpPr>
          <p:spPr bwMode="auto">
            <a:xfrm>
              <a:off x="849085" y="8458201"/>
              <a:ext cx="9689478" cy="1452851"/>
            </a:xfrm>
            <a:prstGeom prst="rect">
              <a:avLst/>
            </a:prstGeom>
            <a:grpFill/>
            <a:ln w="9525">
              <a:noFill/>
              <a:miter lim="800000"/>
              <a:headEnd/>
              <a:tailEnd/>
            </a:ln>
            <a:effectLst/>
            <a:scene3d>
              <a:camera prst="orthographicFront"/>
              <a:lightRig rig="threePt" dir="t"/>
            </a:scene3d>
            <a:sp3d/>
          </p:spPr>
          <p:txBody>
            <a:bodyPr wrap="none" anchor="ctr"/>
            <a:lstStyle/>
            <a:p>
              <a:endParaRPr lang="en-US" sz="3899"/>
            </a:p>
          </p:txBody>
        </p:sp>
        <p:sp>
          <p:nvSpPr>
            <p:cNvPr id="60" name="Text Box 120"/>
            <p:cNvSpPr txBox="1">
              <a:spLocks noChangeArrowheads="1"/>
            </p:cNvSpPr>
            <p:nvPr/>
          </p:nvSpPr>
          <p:spPr bwMode="auto">
            <a:xfrm>
              <a:off x="849086" y="8563084"/>
              <a:ext cx="9689478" cy="1273857"/>
            </a:xfrm>
            <a:prstGeom prst="rect">
              <a:avLst/>
            </a:prstGeom>
            <a:noFill/>
            <a:ln w="9525">
              <a:noFill/>
              <a:miter lim="800000"/>
              <a:headEnd/>
              <a:tailEnd/>
            </a:ln>
            <a:scene3d>
              <a:camera prst="orthographicFront"/>
              <a:lightRig rig="threePt" dir="t"/>
            </a:scene3d>
            <a:sp3d/>
          </p:spPr>
          <p:txBody>
            <a:bodyPr wrap="square">
              <a:spAutoFit/>
            </a:bodyPr>
            <a:lstStyle/>
            <a:p>
              <a:pPr algn="ctr" defTabSz="3023028"/>
              <a:r>
                <a:rPr lang="en-US" sz="3472" b="1" dirty="0">
                  <a:solidFill>
                    <a:schemeClr val="bg1"/>
                  </a:solidFill>
                  <a:latin typeface="Arial" panose="020B0604020202020204" pitchFamily="34" charset="0"/>
                  <a:cs typeface="Arial" panose="020B0604020202020204" pitchFamily="34" charset="0"/>
                </a:rPr>
                <a:t>CONCLUSION OR DISCUSSION</a:t>
              </a:r>
            </a:p>
          </p:txBody>
        </p:sp>
      </p:grpSp>
      <p:grpSp>
        <p:nvGrpSpPr>
          <p:cNvPr id="16" name="Group 15">
            <a:extLst>
              <a:ext uri="{FF2B5EF4-FFF2-40B4-BE49-F238E27FC236}">
                <a16:creationId xmlns:a16="http://schemas.microsoft.com/office/drawing/2014/main" id="{ACEDA7F8-C6D1-A259-A392-12B72D288FE2}"/>
              </a:ext>
            </a:extLst>
          </p:cNvPr>
          <p:cNvGrpSpPr/>
          <p:nvPr/>
        </p:nvGrpSpPr>
        <p:grpSpPr>
          <a:xfrm>
            <a:off x="21730643" y="14485917"/>
            <a:ext cx="11173969" cy="710746"/>
            <a:chOff x="849085" y="8458201"/>
            <a:chExt cx="9689479" cy="1452851"/>
          </a:xfrm>
          <a:solidFill>
            <a:srgbClr val="A41E35"/>
          </a:solidFill>
        </p:grpSpPr>
        <p:sp>
          <p:nvSpPr>
            <p:cNvPr id="17" name="Rectangle 119">
              <a:extLst>
                <a:ext uri="{FF2B5EF4-FFF2-40B4-BE49-F238E27FC236}">
                  <a16:creationId xmlns:a16="http://schemas.microsoft.com/office/drawing/2014/main" id="{6B95B224-D8DB-4F3A-5F5F-35E27A9DABD6}"/>
                </a:ext>
              </a:extLst>
            </p:cNvPr>
            <p:cNvSpPr>
              <a:spLocks noChangeArrowheads="1"/>
            </p:cNvSpPr>
            <p:nvPr/>
          </p:nvSpPr>
          <p:spPr bwMode="auto">
            <a:xfrm>
              <a:off x="849085" y="8458201"/>
              <a:ext cx="9689478" cy="1452851"/>
            </a:xfrm>
            <a:prstGeom prst="rect">
              <a:avLst/>
            </a:prstGeom>
            <a:grpFill/>
            <a:ln w="9525">
              <a:noFill/>
              <a:miter lim="800000"/>
              <a:headEnd/>
              <a:tailEnd/>
            </a:ln>
            <a:effectLst/>
            <a:scene3d>
              <a:camera prst="orthographicFront"/>
              <a:lightRig rig="threePt" dir="t"/>
            </a:scene3d>
            <a:sp3d/>
          </p:spPr>
          <p:txBody>
            <a:bodyPr wrap="none" anchor="ctr"/>
            <a:lstStyle/>
            <a:p>
              <a:endParaRPr lang="en-US" sz="3899"/>
            </a:p>
          </p:txBody>
        </p:sp>
        <p:sp>
          <p:nvSpPr>
            <p:cNvPr id="18" name="Text Box 120">
              <a:extLst>
                <a:ext uri="{FF2B5EF4-FFF2-40B4-BE49-F238E27FC236}">
                  <a16:creationId xmlns:a16="http://schemas.microsoft.com/office/drawing/2014/main" id="{41006EAF-FF94-EF2B-47C5-58D1E6DF1DF4}"/>
                </a:ext>
              </a:extLst>
            </p:cNvPr>
            <p:cNvSpPr txBox="1">
              <a:spLocks noChangeArrowheads="1"/>
            </p:cNvSpPr>
            <p:nvPr/>
          </p:nvSpPr>
          <p:spPr bwMode="auto">
            <a:xfrm>
              <a:off x="849086" y="8547762"/>
              <a:ext cx="9689478" cy="1289710"/>
            </a:xfrm>
            <a:prstGeom prst="rect">
              <a:avLst/>
            </a:prstGeom>
            <a:noFill/>
            <a:ln w="9525">
              <a:noFill/>
              <a:miter lim="800000"/>
              <a:headEnd/>
              <a:tailEnd/>
            </a:ln>
            <a:scene3d>
              <a:camera prst="orthographicFront"/>
              <a:lightRig rig="threePt" dir="t"/>
            </a:scene3d>
            <a:sp3d/>
          </p:spPr>
          <p:txBody>
            <a:bodyPr wrap="square">
              <a:spAutoFit/>
            </a:bodyPr>
            <a:lstStyle/>
            <a:p>
              <a:pPr algn="ctr" defTabSz="3023028"/>
              <a:r>
                <a:rPr lang="en-US" sz="3472" b="1" dirty="0">
                  <a:solidFill>
                    <a:schemeClr val="bg1"/>
                  </a:solidFill>
                  <a:latin typeface="Arial" panose="020B0604020202020204" pitchFamily="34" charset="0"/>
                  <a:cs typeface="Arial" panose="020B0604020202020204" pitchFamily="34" charset="0"/>
                </a:rPr>
                <a:t>REFERENCES</a:t>
              </a:r>
            </a:p>
          </p:txBody>
        </p:sp>
      </p:grpSp>
      <p:cxnSp>
        <p:nvCxnSpPr>
          <p:cNvPr id="20" name="Straight Connector 19">
            <a:extLst>
              <a:ext uri="{FF2B5EF4-FFF2-40B4-BE49-F238E27FC236}">
                <a16:creationId xmlns:a16="http://schemas.microsoft.com/office/drawing/2014/main" id="{6EC0C7D0-1F0A-D540-413C-B38380F0E478}"/>
              </a:ext>
            </a:extLst>
          </p:cNvPr>
          <p:cNvCxnSpPr>
            <a:cxnSpLocks/>
          </p:cNvCxnSpPr>
          <p:nvPr/>
        </p:nvCxnSpPr>
        <p:spPr>
          <a:xfrm>
            <a:off x="-5214" y="5014450"/>
            <a:ext cx="32918400" cy="3088"/>
          </a:xfrm>
          <a:prstGeom prst="line">
            <a:avLst/>
          </a:prstGeom>
          <a:ln w="12700"/>
        </p:spPr>
        <p:style>
          <a:lnRef idx="1">
            <a:schemeClr val="dk1"/>
          </a:lnRef>
          <a:fillRef idx="0">
            <a:schemeClr val="dk1"/>
          </a:fillRef>
          <a:effectRef idx="0">
            <a:schemeClr val="dk1"/>
          </a:effectRef>
          <a:fontRef idx="minor">
            <a:schemeClr val="tx1"/>
          </a:fontRef>
        </p:style>
      </p:cxnSp>
      <p:grpSp>
        <p:nvGrpSpPr>
          <p:cNvPr id="30" name="Group 29">
            <a:extLst>
              <a:ext uri="{FF2B5EF4-FFF2-40B4-BE49-F238E27FC236}">
                <a16:creationId xmlns:a16="http://schemas.microsoft.com/office/drawing/2014/main" id="{FB891195-BF09-DB3E-A885-E8F5C96619D7}"/>
              </a:ext>
            </a:extLst>
          </p:cNvPr>
          <p:cNvGrpSpPr/>
          <p:nvPr/>
        </p:nvGrpSpPr>
        <p:grpSpPr>
          <a:xfrm>
            <a:off x="11259280" y="12103822"/>
            <a:ext cx="10405873" cy="713232"/>
            <a:chOff x="849085" y="8458201"/>
            <a:chExt cx="9689479" cy="1452851"/>
          </a:xfrm>
          <a:solidFill>
            <a:srgbClr val="A41E35"/>
          </a:solidFill>
        </p:grpSpPr>
        <p:sp>
          <p:nvSpPr>
            <p:cNvPr id="31" name="Rectangle 119">
              <a:extLst>
                <a:ext uri="{FF2B5EF4-FFF2-40B4-BE49-F238E27FC236}">
                  <a16:creationId xmlns:a16="http://schemas.microsoft.com/office/drawing/2014/main" id="{27A19238-EB2F-D05F-B921-82A5C01D88F5}"/>
                </a:ext>
              </a:extLst>
            </p:cNvPr>
            <p:cNvSpPr>
              <a:spLocks noChangeArrowheads="1"/>
            </p:cNvSpPr>
            <p:nvPr/>
          </p:nvSpPr>
          <p:spPr bwMode="auto">
            <a:xfrm>
              <a:off x="849085" y="8458201"/>
              <a:ext cx="9689478" cy="1452851"/>
            </a:xfrm>
            <a:prstGeom prst="rect">
              <a:avLst/>
            </a:prstGeom>
            <a:grpFill/>
            <a:ln w="9525">
              <a:noFill/>
              <a:miter lim="800000"/>
              <a:headEnd/>
              <a:tailEnd/>
            </a:ln>
            <a:effectLst/>
            <a:scene3d>
              <a:camera prst="orthographicFront"/>
              <a:lightRig rig="threePt" dir="t"/>
            </a:scene3d>
            <a:sp3d/>
          </p:spPr>
          <p:txBody>
            <a:bodyPr wrap="none" anchor="ctr"/>
            <a:lstStyle/>
            <a:p>
              <a:endParaRPr lang="en-US" sz="3899"/>
            </a:p>
          </p:txBody>
        </p:sp>
        <p:sp>
          <p:nvSpPr>
            <p:cNvPr id="32" name="Text Box 120">
              <a:extLst>
                <a:ext uri="{FF2B5EF4-FFF2-40B4-BE49-F238E27FC236}">
                  <a16:creationId xmlns:a16="http://schemas.microsoft.com/office/drawing/2014/main" id="{2288F811-AD00-7766-8BF5-32E28933B502}"/>
                </a:ext>
              </a:extLst>
            </p:cNvPr>
            <p:cNvSpPr txBox="1">
              <a:spLocks noChangeArrowheads="1"/>
            </p:cNvSpPr>
            <p:nvPr/>
          </p:nvSpPr>
          <p:spPr bwMode="auto">
            <a:xfrm>
              <a:off x="849086" y="8539204"/>
              <a:ext cx="9689478" cy="1285214"/>
            </a:xfrm>
            <a:prstGeom prst="rect">
              <a:avLst/>
            </a:prstGeom>
            <a:noFill/>
            <a:ln w="9525">
              <a:noFill/>
              <a:miter lim="800000"/>
              <a:headEnd/>
              <a:tailEnd/>
            </a:ln>
            <a:scene3d>
              <a:camera prst="orthographicFront"/>
              <a:lightRig rig="threePt" dir="t"/>
            </a:scene3d>
            <a:sp3d/>
          </p:spPr>
          <p:txBody>
            <a:bodyPr wrap="square">
              <a:spAutoFit/>
            </a:bodyPr>
            <a:lstStyle/>
            <a:p>
              <a:pPr algn="ctr" defTabSz="3023028"/>
              <a:r>
                <a:rPr lang="en-US" sz="3472" b="1" dirty="0">
                  <a:solidFill>
                    <a:schemeClr val="bg1"/>
                  </a:solidFill>
                  <a:latin typeface="Arial" panose="020B0604020202020204" pitchFamily="34" charset="0"/>
                  <a:cs typeface="Arial" panose="020B0604020202020204" pitchFamily="34" charset="0"/>
                </a:rPr>
                <a:t>RESULTS</a:t>
              </a:r>
            </a:p>
          </p:txBody>
        </p:sp>
      </p:grpSp>
      <p:sp>
        <p:nvSpPr>
          <p:cNvPr id="33" name="TextBox 32">
            <a:extLst>
              <a:ext uri="{FF2B5EF4-FFF2-40B4-BE49-F238E27FC236}">
                <a16:creationId xmlns:a16="http://schemas.microsoft.com/office/drawing/2014/main" id="{E5F83320-8E4F-8AA6-FE7D-AF748C58C3E8}"/>
              </a:ext>
            </a:extLst>
          </p:cNvPr>
          <p:cNvSpPr txBox="1"/>
          <p:nvPr/>
        </p:nvSpPr>
        <p:spPr>
          <a:xfrm>
            <a:off x="4278794" y="1745118"/>
            <a:ext cx="24379417" cy="1457643"/>
          </a:xfrm>
          <a:prstGeom prst="rect">
            <a:avLst/>
          </a:prstGeom>
          <a:noFill/>
        </p:spPr>
        <p:txBody>
          <a:bodyPr wrap="square" rtlCol="0">
            <a:spAutoFit/>
          </a:bodyPr>
          <a:lstStyle/>
          <a:p>
            <a:pPr algn="ctr"/>
            <a:r>
              <a:rPr lang="en-US" sz="8872" b="1" dirty="0">
                <a:solidFill>
                  <a:schemeClr val="bg1"/>
                </a:solidFill>
                <a:latin typeface="Arial" panose="020B0604020202020204" pitchFamily="34" charset="0"/>
                <a:cs typeface="Arial" panose="020B0604020202020204" pitchFamily="34" charset="0"/>
              </a:rPr>
              <a:t>Title</a:t>
            </a:r>
          </a:p>
        </p:txBody>
      </p:sp>
      <p:sp>
        <p:nvSpPr>
          <p:cNvPr id="34" name="TextBox 33">
            <a:extLst>
              <a:ext uri="{FF2B5EF4-FFF2-40B4-BE49-F238E27FC236}">
                <a16:creationId xmlns:a16="http://schemas.microsoft.com/office/drawing/2014/main" id="{9B6A54D5-3D00-AA25-FBD3-4FFA515FF372}"/>
              </a:ext>
            </a:extLst>
          </p:cNvPr>
          <p:cNvSpPr txBox="1"/>
          <p:nvPr/>
        </p:nvSpPr>
        <p:spPr>
          <a:xfrm>
            <a:off x="4301323" y="3068824"/>
            <a:ext cx="24379417" cy="963021"/>
          </a:xfrm>
          <a:prstGeom prst="rect">
            <a:avLst/>
          </a:prstGeom>
          <a:noFill/>
        </p:spPr>
        <p:txBody>
          <a:bodyPr wrap="square" rtlCol="0">
            <a:spAutoFit/>
          </a:bodyPr>
          <a:lstStyle/>
          <a:p>
            <a:pPr algn="ctr"/>
            <a:r>
              <a:rPr lang="en-US" sz="5658" b="1" dirty="0">
                <a:solidFill>
                  <a:schemeClr val="bg1"/>
                </a:solidFill>
                <a:latin typeface="Arial" panose="020B0604020202020204" pitchFamily="34" charset="0"/>
                <a:cs typeface="Arial" panose="020B0604020202020204" pitchFamily="34" charset="0"/>
              </a:rPr>
              <a:t>Author and Mentor Names and Credentials</a:t>
            </a:r>
          </a:p>
        </p:txBody>
      </p:sp>
      <p:grpSp>
        <p:nvGrpSpPr>
          <p:cNvPr id="3" name="Group 2">
            <a:extLst>
              <a:ext uri="{FF2B5EF4-FFF2-40B4-BE49-F238E27FC236}">
                <a16:creationId xmlns:a16="http://schemas.microsoft.com/office/drawing/2014/main" id="{4BAA10A6-0293-C3E9-CE60-83E2552C2AA6}"/>
              </a:ext>
            </a:extLst>
          </p:cNvPr>
          <p:cNvGrpSpPr/>
          <p:nvPr/>
        </p:nvGrpSpPr>
        <p:grpSpPr>
          <a:xfrm>
            <a:off x="15370" y="14897629"/>
            <a:ext cx="11181911" cy="714698"/>
            <a:chOff x="15370" y="14897629"/>
            <a:chExt cx="11181911" cy="714698"/>
          </a:xfrm>
        </p:grpSpPr>
        <p:sp>
          <p:nvSpPr>
            <p:cNvPr id="2" name="Rectangle 119">
              <a:extLst>
                <a:ext uri="{FF2B5EF4-FFF2-40B4-BE49-F238E27FC236}">
                  <a16:creationId xmlns:a16="http://schemas.microsoft.com/office/drawing/2014/main" id="{D7B9D9B5-BA27-7A6E-7BE3-241CCEFEEB55}"/>
                </a:ext>
              </a:extLst>
            </p:cNvPr>
            <p:cNvSpPr>
              <a:spLocks noChangeArrowheads="1"/>
            </p:cNvSpPr>
            <p:nvPr/>
          </p:nvSpPr>
          <p:spPr bwMode="auto">
            <a:xfrm>
              <a:off x="15370" y="14897629"/>
              <a:ext cx="11169027" cy="714698"/>
            </a:xfrm>
            <a:prstGeom prst="rect">
              <a:avLst/>
            </a:prstGeom>
            <a:solidFill>
              <a:srgbClr val="A41E35"/>
            </a:solidFill>
            <a:ln w="9525">
              <a:noFill/>
              <a:miter lim="800000"/>
              <a:headEnd/>
              <a:tailEnd/>
            </a:ln>
            <a:effectLst/>
            <a:scene3d>
              <a:camera prst="orthographicFront"/>
              <a:lightRig rig="threePt" dir="t"/>
            </a:scene3d>
            <a:sp3d/>
          </p:spPr>
          <p:txBody>
            <a:bodyPr wrap="none" anchor="ctr"/>
            <a:lstStyle/>
            <a:p>
              <a:endParaRPr lang="en-US" sz="3899"/>
            </a:p>
          </p:txBody>
        </p:sp>
        <p:sp>
          <p:nvSpPr>
            <p:cNvPr id="71" name="Text Box 120"/>
            <p:cNvSpPr txBox="1">
              <a:spLocks noChangeArrowheads="1"/>
            </p:cNvSpPr>
            <p:nvPr/>
          </p:nvSpPr>
          <p:spPr bwMode="auto">
            <a:xfrm>
              <a:off x="23313" y="14939118"/>
              <a:ext cx="11173968" cy="630936"/>
            </a:xfrm>
            <a:prstGeom prst="rect">
              <a:avLst/>
            </a:prstGeom>
            <a:noFill/>
            <a:ln w="9525">
              <a:noFill/>
              <a:miter lim="800000"/>
              <a:headEnd/>
              <a:tailEnd/>
            </a:ln>
            <a:scene3d>
              <a:camera prst="orthographicFront"/>
              <a:lightRig rig="threePt" dir="t"/>
            </a:scene3d>
            <a:sp3d/>
          </p:spPr>
          <p:txBody>
            <a:bodyPr wrap="square">
              <a:spAutoFit/>
            </a:bodyPr>
            <a:lstStyle/>
            <a:p>
              <a:pPr algn="ctr" defTabSz="3023028"/>
              <a:r>
                <a:rPr lang="en-US" sz="3472" b="1" dirty="0">
                  <a:solidFill>
                    <a:schemeClr val="bg1"/>
                  </a:solidFill>
                  <a:latin typeface="Arial" panose="020B0604020202020204" pitchFamily="34" charset="0"/>
                  <a:cs typeface="Arial" panose="020B0604020202020204" pitchFamily="34" charset="0"/>
                </a:rPr>
                <a:t>GOALS or OBJECTIVES or HYPOTHESIS</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24c1558c-7a77-4d6b-b7eb-428ea60b63cf" xsi:nil="true"/>
    <lcf76f155ced4ddcb4097134ff3c332f xmlns="5f5c810e-486f-4482-9e8c-b605d651482c">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CBB243CE6B7174BA39B6C4B08225D09" ma:contentTypeVersion="18" ma:contentTypeDescription="Create a new document." ma:contentTypeScope="" ma:versionID="b5c02d52b8678ac6910822b02e02e9f9">
  <xsd:schema xmlns:xsd="http://www.w3.org/2001/XMLSchema" xmlns:xs="http://www.w3.org/2001/XMLSchema" xmlns:p="http://schemas.microsoft.com/office/2006/metadata/properties" xmlns:ns2="5f5c810e-486f-4482-9e8c-b605d651482c" xmlns:ns3="24c1558c-7a77-4d6b-b7eb-428ea60b63cf" targetNamespace="http://schemas.microsoft.com/office/2006/metadata/properties" ma:root="true" ma:fieldsID="9594ee7e7cdc548a789a435dd5bc1701" ns2:_="" ns3:_="">
    <xsd:import namespace="5f5c810e-486f-4482-9e8c-b605d651482c"/>
    <xsd:import namespace="24c1558c-7a77-4d6b-b7eb-428ea60b63cf"/>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5c810e-486f-4482-9e8c-b605d651482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46aeeafc-10b8-45d8-a1af-5ed376f9e15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4c1558c-7a77-4d6b-b7eb-428ea60b63cf"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d7936e80-832b-4993-9588-8565ad18998a}" ma:internalName="TaxCatchAll" ma:showField="CatchAllData" ma:web="24c1558c-7a77-4d6b-b7eb-428ea60b63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FB4335C-05E9-40F3-93F4-3C5508DD2247}">
  <ds:schemaRefs>
    <ds:schemaRef ds:uri="http://schemas.microsoft.com/sharepoint/v3/contenttype/forms"/>
  </ds:schemaRefs>
</ds:datastoreItem>
</file>

<file path=customXml/itemProps2.xml><?xml version="1.0" encoding="utf-8"?>
<ds:datastoreItem xmlns:ds="http://schemas.openxmlformats.org/officeDocument/2006/customXml" ds:itemID="{7067C205-23AE-4703-AF9B-111A2D275BDE}">
  <ds:schemaRefs>
    <ds:schemaRef ds:uri="24c1558c-7a77-4d6b-b7eb-428ea60b63cf"/>
    <ds:schemaRef ds:uri="http://schemas.microsoft.com/office/infopath/2007/PartnerControls"/>
    <ds:schemaRef ds:uri="http://schemas.microsoft.com/office/2006/metadata/properties"/>
    <ds:schemaRef ds:uri="http://purl.org/dc/terms/"/>
    <ds:schemaRef ds:uri="http://schemas.microsoft.com/office/2006/documentManagement/types"/>
    <ds:schemaRef ds:uri="http://purl.org/dc/dcmitype/"/>
    <ds:schemaRef ds:uri="http://purl.org/dc/elements/1.1/"/>
    <ds:schemaRef ds:uri="http://schemas.openxmlformats.org/package/2006/metadata/core-properties"/>
    <ds:schemaRef ds:uri="5f5c810e-486f-4482-9e8c-b605d651482c"/>
    <ds:schemaRef ds:uri="http://www.w3.org/XML/1998/namespace"/>
  </ds:schemaRefs>
</ds:datastoreItem>
</file>

<file path=customXml/itemProps3.xml><?xml version="1.0" encoding="utf-8"?>
<ds:datastoreItem xmlns:ds="http://schemas.openxmlformats.org/officeDocument/2006/customXml" ds:itemID="{540B5343-D18A-4F32-B61E-8C258793D10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f5c810e-486f-4482-9e8c-b605d651482c"/>
    <ds:schemaRef ds:uri="24c1558c-7a77-4d6b-b7eb-428ea60b63c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681</TotalTime>
  <Words>71</Words>
  <Application>Microsoft Office PowerPoint</Application>
  <PresentationFormat>Custom</PresentationFormat>
  <Paragraphs>10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Aptos</vt:lpstr>
      <vt:lpstr>Arial</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jescorci</dc:creator>
  <cp:lastModifiedBy>Christine Connolly</cp:lastModifiedBy>
  <cp:revision>274</cp:revision>
  <dcterms:created xsi:type="dcterms:W3CDTF">2009-07-08T12:32:21Z</dcterms:created>
  <dcterms:modified xsi:type="dcterms:W3CDTF">2024-12-04T13:28:09Z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0x0101003CBB243CE6B7174BA39B6C4B08225D09</vt:lpwstr>
  </property>
  <property fmtid="{D5CDD505-2E9C-101B-9397-08002B2CF9AE}" pid="3" name="MediaServiceImageTags">
    <vt:lpwstr/>
  </property>
</Properties>
</file>